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4"/>
  </p:sldMasterIdLst>
  <p:notesMasterIdLst>
    <p:notesMasterId r:id="rId11"/>
  </p:notesMasterIdLst>
  <p:sldIdLst>
    <p:sldId id="2141412771" r:id="rId5"/>
    <p:sldId id="2141412767" r:id="rId6"/>
    <p:sldId id="2141412768" r:id="rId7"/>
    <p:sldId id="2141412769" r:id="rId8"/>
    <p:sldId id="2141412772" r:id="rId9"/>
    <p:sldId id="2141412770" r:id="rId10"/>
  </p:sldIdLst>
  <p:sldSz cx="12192000" cy="6858000"/>
  <p:notesSz cx="6797675" cy="992822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X 01" id="{DE0EB907-7901-384D-8441-FF6B07D3C741}">
          <p14:sldIdLst>
            <p14:sldId id="2141412771"/>
            <p14:sldId id="2141412767"/>
            <p14:sldId id="2141412768"/>
            <p14:sldId id="2141412769"/>
            <p14:sldId id="2141412772"/>
            <p14:sldId id="21414127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868FA7-89A3-C670-9C03-14CFE87338DC}" name="Breno Zanferrari Valle Ramos" initials="BZ" userId="S::breno_ramos@arauz.com.br::00cc6921-aba9-4942-bd5d-a398d4d75997" providerId="AD"/>
  <p188:author id="{56AD51B6-9304-5A4B-4EEF-75E8A2350E90}" name="Elton Gobbe" initials="EG" userId="S::elton_gobbe@arauz.com.br::b25d7041-f44f-4f44-9781-c0bab38d4533" providerId="AD"/>
  <p188:author id="{0CA89DF6-75BE-D0AC-86EC-0CDBB49FC89D}" name="Flávio Alexandre de Souza" initials="Fd" userId="S::flavio_souza@arauz.com.br::892cc695-c84e-4ca7-a44c-0ef798eba7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DCB7"/>
    <a:srgbClr val="EE7518"/>
    <a:srgbClr val="05443A"/>
    <a:srgbClr val="005340"/>
    <a:srgbClr val="F0F3F3"/>
    <a:srgbClr val="E4EAEA"/>
    <a:srgbClr val="BDE8DD"/>
    <a:srgbClr val="E9E9EE"/>
    <a:srgbClr val="00241E"/>
    <a:srgbClr val="0135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13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r">
              <a:defRPr sz="1300"/>
            </a:lvl1pPr>
          </a:lstStyle>
          <a:p>
            <a:fld id="{5DF26433-A135-4727-BC5E-7638882E184A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8" tIns="47779" rIns="95558" bIns="47779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5558" tIns="47779" rIns="95558" bIns="47779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430093"/>
            <a:ext cx="2945659" cy="49813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4" y="9430093"/>
            <a:ext cx="2945659" cy="49813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/>
            </a:lvl1pPr>
          </a:lstStyle>
          <a:p>
            <a:fld id="{E6DE1385-2DB7-45D4-9CD7-F30B643B9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351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gradFill flip="none" rotWithShape="1">
          <a:gsLst>
            <a:gs pos="100000">
              <a:srgbClr val="01352D"/>
            </a:gs>
            <a:gs pos="64000">
              <a:srgbClr val="00241E">
                <a:lumMod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805F24-4398-D324-BE0F-F30CFDCA66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2638" y="2680571"/>
            <a:ext cx="10202037" cy="855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rgbClr val="3BDCB7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pt-BR" dirty="0"/>
              <a:t>Títulos tam. 60 ~ 40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3FC25528-F716-EE3F-BF48-5A00173238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2637" y="3693477"/>
            <a:ext cx="6999287" cy="6607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0" i="0">
                <a:solidFill>
                  <a:srgbClr val="EE7518"/>
                </a:soli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pt-BR" dirty="0"/>
              <a:t>Subtítulos tam. 36 ~ 20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09C4C72-F3B6-F88F-8748-36CFCFFD9B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500" y="-288290"/>
            <a:ext cx="4102100" cy="34798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3A5CAF7-12AA-CB4B-F45C-C2ABF58B06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69" y="5105987"/>
            <a:ext cx="3296114" cy="1849120"/>
          </a:xfrm>
          <a:prstGeom prst="rect">
            <a:avLst/>
          </a:prstGeom>
        </p:spPr>
      </p:pic>
      <p:pic>
        <p:nvPicPr>
          <p:cNvPr id="5" name="Imagem 4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1CB939B3-0DC3-FE04-9183-D4F559B3D6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76"/>
          <a:stretch>
            <a:fillRect/>
          </a:stretch>
        </p:blipFill>
        <p:spPr>
          <a:xfrm>
            <a:off x="681802" y="468630"/>
            <a:ext cx="2101156" cy="138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2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ITULOS VERDE">
    <p:bg>
      <p:bgPr>
        <a:gradFill>
          <a:gsLst>
            <a:gs pos="100000">
              <a:srgbClr val="01352D"/>
            </a:gs>
            <a:gs pos="64000">
              <a:srgbClr val="00241E">
                <a:lumMod val="100000"/>
              </a:srgb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áfico 18">
            <a:extLst>
              <a:ext uri="{FF2B5EF4-FFF2-40B4-BE49-F238E27FC236}">
                <a16:creationId xmlns:a16="http://schemas.microsoft.com/office/drawing/2014/main" id="{6F30BE76-3790-AE29-AE76-12E2364FAD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1049" y="-441850"/>
            <a:ext cx="9377680" cy="795506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EAC61EA-2179-57E9-E37B-A626939009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69" y="5105987"/>
            <a:ext cx="3296114" cy="1849120"/>
          </a:xfrm>
          <a:prstGeom prst="rect">
            <a:avLst/>
          </a:prstGeom>
        </p:spPr>
      </p:pic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3831F77E-E850-11D3-C1F7-420459DDED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2637" y="3693478"/>
            <a:ext cx="6999287" cy="4159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solidFill>
                  <a:srgbClr val="EE7518"/>
                </a:soli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pt-BR" dirty="0"/>
              <a:t>Subtítulos tam. 28 ~ 20</a:t>
            </a:r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F44218E1-DC87-F4C0-92C0-C0883FE2DA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2638" y="2834164"/>
            <a:ext cx="7862598" cy="6607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4400" b="1" i="0" kern="1200" dirty="0">
                <a:solidFill>
                  <a:srgbClr val="3BDCB7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Capítulos tam. 44 ~ 36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A3CFC7F-871B-EF2D-6F12-4E0E5226F0E1}"/>
              </a:ext>
            </a:extLst>
          </p:cNvPr>
          <p:cNvGrpSpPr/>
          <p:nvPr userDrawn="1"/>
        </p:nvGrpSpPr>
        <p:grpSpPr>
          <a:xfrm>
            <a:off x="10257396" y="247426"/>
            <a:ext cx="1424767" cy="517604"/>
            <a:chOff x="10257396" y="247426"/>
            <a:chExt cx="1424767" cy="517604"/>
          </a:xfrm>
        </p:grpSpPr>
        <p:sp>
          <p:nvSpPr>
            <p:cNvPr id="25" name="Forma Livre 24">
              <a:extLst>
                <a:ext uri="{FF2B5EF4-FFF2-40B4-BE49-F238E27FC236}">
                  <a16:creationId xmlns:a16="http://schemas.microsoft.com/office/drawing/2014/main" id="{D015DCCC-50E2-574F-52C7-AA1AEB1D003B}"/>
                </a:ext>
              </a:extLst>
            </p:cNvPr>
            <p:cNvSpPr/>
            <p:nvPr/>
          </p:nvSpPr>
          <p:spPr>
            <a:xfrm>
              <a:off x="10257396" y="351284"/>
              <a:ext cx="259081" cy="413701"/>
            </a:xfrm>
            <a:custGeom>
              <a:avLst/>
              <a:gdLst>
                <a:gd name="csX0" fmla="*/ 79346 w 79360"/>
                <a:gd name="csY0" fmla="*/ 126722 h 126722"/>
                <a:gd name="csX1" fmla="*/ 56835 w 79360"/>
                <a:gd name="csY1" fmla="*/ 13393 h 126722"/>
                <a:gd name="csX2" fmla="*/ 40489 w 79360"/>
                <a:gd name="csY2" fmla="*/ 0 h 126722"/>
                <a:gd name="csX3" fmla="*/ 38857 w 79360"/>
                <a:gd name="csY3" fmla="*/ 0 h 126722"/>
                <a:gd name="csX4" fmla="*/ 22511 w 79360"/>
                <a:gd name="csY4" fmla="*/ 13393 h 126722"/>
                <a:gd name="csX5" fmla="*/ 0 w 79360"/>
                <a:gd name="csY5" fmla="*/ 126722 h 126722"/>
                <a:gd name="csX6" fmla="*/ 15872 w 79360"/>
                <a:gd name="csY6" fmla="*/ 126722 h 126722"/>
                <a:gd name="csX7" fmla="*/ 37811 w 79360"/>
                <a:gd name="csY7" fmla="*/ 17083 h 126722"/>
                <a:gd name="csX8" fmla="*/ 41549 w 79360"/>
                <a:gd name="csY8" fmla="*/ 17083 h 126722"/>
                <a:gd name="csX9" fmla="*/ 63488 w 79360"/>
                <a:gd name="csY9" fmla="*/ 126722 h 126722"/>
                <a:gd name="csX10" fmla="*/ 79360 w 79360"/>
                <a:gd name="csY10" fmla="*/ 126722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79346" y="126722"/>
                  </a:moveTo>
                  <a:lnTo>
                    <a:pt x="56835" y="13393"/>
                  </a:lnTo>
                  <a:cubicBezTo>
                    <a:pt x="55287" y="5611"/>
                    <a:pt x="48439" y="0"/>
                    <a:pt x="40489" y="0"/>
                  </a:cubicBezTo>
                  <a:lnTo>
                    <a:pt x="38857" y="0"/>
                  </a:lnTo>
                  <a:cubicBezTo>
                    <a:pt x="30907" y="0"/>
                    <a:pt x="24059" y="5611"/>
                    <a:pt x="22511" y="13393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37811" y="17083"/>
                  </a:lnTo>
                  <a:cubicBezTo>
                    <a:pt x="38216" y="15050"/>
                    <a:pt x="41145" y="15050"/>
                    <a:pt x="41549" y="17083"/>
                  </a:cubicBezTo>
                  <a:lnTo>
                    <a:pt x="63488" y="126722"/>
                  </a:lnTo>
                  <a:lnTo>
                    <a:pt x="79360" y="126722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orma Livre 25">
              <a:extLst>
                <a:ext uri="{FF2B5EF4-FFF2-40B4-BE49-F238E27FC236}">
                  <a16:creationId xmlns:a16="http://schemas.microsoft.com/office/drawing/2014/main" id="{B5C748EC-E00B-064A-767C-20444F635731}"/>
                </a:ext>
              </a:extLst>
            </p:cNvPr>
            <p:cNvSpPr/>
            <p:nvPr/>
          </p:nvSpPr>
          <p:spPr>
            <a:xfrm>
              <a:off x="10827286" y="351284"/>
              <a:ext cx="259081" cy="413701"/>
            </a:xfrm>
            <a:custGeom>
              <a:avLst/>
              <a:gdLst>
                <a:gd name="csX0" fmla="*/ 79346 w 79360"/>
                <a:gd name="csY0" fmla="*/ 126722 h 126722"/>
                <a:gd name="csX1" fmla="*/ 56835 w 79360"/>
                <a:gd name="csY1" fmla="*/ 13393 h 126722"/>
                <a:gd name="csX2" fmla="*/ 40489 w 79360"/>
                <a:gd name="csY2" fmla="*/ 0 h 126722"/>
                <a:gd name="csX3" fmla="*/ 38857 w 79360"/>
                <a:gd name="csY3" fmla="*/ 0 h 126722"/>
                <a:gd name="csX4" fmla="*/ 22511 w 79360"/>
                <a:gd name="csY4" fmla="*/ 13393 h 126722"/>
                <a:gd name="csX5" fmla="*/ 0 w 79360"/>
                <a:gd name="csY5" fmla="*/ 126722 h 126722"/>
                <a:gd name="csX6" fmla="*/ 15872 w 79360"/>
                <a:gd name="csY6" fmla="*/ 126722 h 126722"/>
                <a:gd name="csX7" fmla="*/ 37811 w 79360"/>
                <a:gd name="csY7" fmla="*/ 17083 h 126722"/>
                <a:gd name="csX8" fmla="*/ 41549 w 79360"/>
                <a:gd name="csY8" fmla="*/ 17083 h 126722"/>
                <a:gd name="csX9" fmla="*/ 63488 w 79360"/>
                <a:gd name="csY9" fmla="*/ 126722 h 126722"/>
                <a:gd name="csX10" fmla="*/ 79360 w 79360"/>
                <a:gd name="csY10" fmla="*/ 126722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79346" y="126722"/>
                  </a:moveTo>
                  <a:lnTo>
                    <a:pt x="56835" y="13393"/>
                  </a:lnTo>
                  <a:cubicBezTo>
                    <a:pt x="55287" y="5611"/>
                    <a:pt x="48439" y="0"/>
                    <a:pt x="40489" y="0"/>
                  </a:cubicBezTo>
                  <a:lnTo>
                    <a:pt x="38857" y="0"/>
                  </a:lnTo>
                  <a:cubicBezTo>
                    <a:pt x="30907" y="0"/>
                    <a:pt x="24059" y="5611"/>
                    <a:pt x="22511" y="13393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37811" y="17083"/>
                  </a:lnTo>
                  <a:cubicBezTo>
                    <a:pt x="38216" y="15050"/>
                    <a:pt x="41145" y="15050"/>
                    <a:pt x="41549" y="17083"/>
                  </a:cubicBezTo>
                  <a:lnTo>
                    <a:pt x="63488" y="126722"/>
                  </a:lnTo>
                  <a:lnTo>
                    <a:pt x="79360" y="126722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7BCD5EDF-3943-C47E-257C-2C1FAD7471B1}"/>
                </a:ext>
              </a:extLst>
            </p:cNvPr>
            <p:cNvSpPr/>
            <p:nvPr/>
          </p:nvSpPr>
          <p:spPr>
            <a:xfrm>
              <a:off x="10568251" y="351329"/>
              <a:ext cx="233127" cy="413701"/>
            </a:xfrm>
            <a:custGeom>
              <a:avLst/>
              <a:gdLst>
                <a:gd name="csX0" fmla="*/ 44576 w 71410"/>
                <a:gd name="csY0" fmla="*/ 65547 h 126722"/>
                <a:gd name="csX1" fmla="*/ 46026 w 71410"/>
                <a:gd name="csY1" fmla="*/ 63333 h 126722"/>
                <a:gd name="csX2" fmla="*/ 47463 w 71410"/>
                <a:gd name="csY2" fmla="*/ 63333 h 126722"/>
                <a:gd name="csX3" fmla="*/ 71243 w 71410"/>
                <a:gd name="csY3" fmla="*/ 39595 h 126722"/>
                <a:gd name="csX4" fmla="*/ 71243 w 71410"/>
                <a:gd name="csY4" fmla="*/ 39595 h 126722"/>
                <a:gd name="csX5" fmla="*/ 31577 w 71410"/>
                <a:gd name="csY5" fmla="*/ 0 h 126722"/>
                <a:gd name="csX6" fmla="*/ 15872 w 71410"/>
                <a:gd name="csY6" fmla="*/ 0 h 126722"/>
                <a:gd name="csX7" fmla="*/ 0 w 71410"/>
                <a:gd name="csY7" fmla="*/ 0 h 126722"/>
                <a:gd name="csX8" fmla="*/ 0 w 71410"/>
                <a:gd name="csY8" fmla="*/ 126722 h 126722"/>
                <a:gd name="csX9" fmla="*/ 15872 w 71410"/>
                <a:gd name="csY9" fmla="*/ 126722 h 126722"/>
                <a:gd name="csX10" fmla="*/ 15872 w 71410"/>
                <a:gd name="csY10" fmla="*/ 15788 h 126722"/>
                <a:gd name="csX11" fmla="*/ 32176 w 71410"/>
                <a:gd name="csY11" fmla="*/ 15788 h 126722"/>
                <a:gd name="csX12" fmla="*/ 55985 w 71410"/>
                <a:gd name="csY12" fmla="*/ 39554 h 126722"/>
                <a:gd name="csX13" fmla="*/ 55985 w 71410"/>
                <a:gd name="csY13" fmla="*/ 39554 h 126722"/>
                <a:gd name="csX14" fmla="*/ 48049 w 71410"/>
                <a:gd name="csY14" fmla="*/ 47476 h 126722"/>
                <a:gd name="csX15" fmla="*/ 45050 w 71410"/>
                <a:gd name="csY15" fmla="*/ 47476 h 126722"/>
                <a:gd name="csX16" fmla="*/ 30517 w 71410"/>
                <a:gd name="csY16" fmla="*/ 69668 h 126722"/>
                <a:gd name="csX17" fmla="*/ 55538 w 71410"/>
                <a:gd name="csY17" fmla="*/ 126708 h 126722"/>
                <a:gd name="csX18" fmla="*/ 71410 w 71410"/>
                <a:gd name="csY18" fmla="*/ 126708 h 126722"/>
                <a:gd name="csX19" fmla="*/ 44576 w 71410"/>
                <a:gd name="csY19" fmla="*/ 65547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71410" h="126722">
                  <a:moveTo>
                    <a:pt x="44576" y="65547"/>
                  </a:moveTo>
                  <a:cubicBezTo>
                    <a:pt x="44115" y="64503"/>
                    <a:pt x="44882" y="63333"/>
                    <a:pt x="46026" y="63333"/>
                  </a:cubicBezTo>
                  <a:lnTo>
                    <a:pt x="47463" y="63333"/>
                  </a:lnTo>
                  <a:cubicBezTo>
                    <a:pt x="60601" y="63333"/>
                    <a:pt x="71243" y="52697"/>
                    <a:pt x="71243" y="39595"/>
                  </a:cubicBezTo>
                  <a:lnTo>
                    <a:pt x="71243" y="39595"/>
                  </a:lnTo>
                  <a:cubicBezTo>
                    <a:pt x="71243" y="17723"/>
                    <a:pt x="53474" y="0"/>
                    <a:pt x="31577" y="0"/>
                  </a:cubicBezTo>
                  <a:lnTo>
                    <a:pt x="15872" y="0"/>
                  </a:lnTo>
                  <a:cubicBezTo>
                    <a:pt x="15872" y="0"/>
                    <a:pt x="0" y="0"/>
                    <a:pt x="0" y="0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15872" y="15788"/>
                  </a:lnTo>
                  <a:lnTo>
                    <a:pt x="32176" y="15788"/>
                  </a:lnTo>
                  <a:cubicBezTo>
                    <a:pt x="45329" y="15788"/>
                    <a:pt x="55985" y="26425"/>
                    <a:pt x="55985" y="39554"/>
                  </a:cubicBezTo>
                  <a:lnTo>
                    <a:pt x="55985" y="39554"/>
                  </a:lnTo>
                  <a:cubicBezTo>
                    <a:pt x="55985" y="43939"/>
                    <a:pt x="52428" y="47476"/>
                    <a:pt x="48049" y="47476"/>
                  </a:cubicBezTo>
                  <a:lnTo>
                    <a:pt x="45050" y="47476"/>
                  </a:lnTo>
                  <a:cubicBezTo>
                    <a:pt x="33599" y="47476"/>
                    <a:pt x="25928" y="59198"/>
                    <a:pt x="30517" y="69668"/>
                  </a:cubicBezTo>
                  <a:lnTo>
                    <a:pt x="55538" y="126708"/>
                  </a:lnTo>
                  <a:lnTo>
                    <a:pt x="71410" y="126708"/>
                  </a:lnTo>
                  <a:lnTo>
                    <a:pt x="44576" y="65547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0C6DBBDA-A539-52D0-EA48-E8AC79B24E9A}"/>
                </a:ext>
              </a:extLst>
            </p:cNvPr>
            <p:cNvSpPr/>
            <p:nvPr/>
          </p:nvSpPr>
          <p:spPr>
            <a:xfrm>
              <a:off x="11137684" y="351284"/>
              <a:ext cx="259081" cy="413701"/>
            </a:xfrm>
            <a:custGeom>
              <a:avLst/>
              <a:gdLst>
                <a:gd name="csX0" fmla="*/ 28 w 79360"/>
                <a:gd name="csY0" fmla="*/ 0 h 126722"/>
                <a:gd name="csX1" fmla="*/ 28 w 79360"/>
                <a:gd name="csY1" fmla="*/ 87001 h 126722"/>
                <a:gd name="csX2" fmla="*/ 39694 w 79360"/>
                <a:gd name="csY2" fmla="*/ 126722 h 126722"/>
                <a:gd name="csX3" fmla="*/ 79360 w 79360"/>
                <a:gd name="csY3" fmla="*/ 87001 h 126722"/>
                <a:gd name="csX4" fmla="*/ 79360 w 79360"/>
                <a:gd name="csY4" fmla="*/ 0 h 126722"/>
                <a:gd name="csX5" fmla="*/ 63530 w 79360"/>
                <a:gd name="csY5" fmla="*/ 0 h 126722"/>
                <a:gd name="csX6" fmla="*/ 63530 w 79360"/>
                <a:gd name="csY6" fmla="*/ 87001 h 126722"/>
                <a:gd name="csX7" fmla="*/ 39680 w 79360"/>
                <a:gd name="csY7" fmla="*/ 110878 h 126722"/>
                <a:gd name="csX8" fmla="*/ 15830 w 79360"/>
                <a:gd name="csY8" fmla="*/ 87001 h 126722"/>
                <a:gd name="csX9" fmla="*/ 15830 w 79360"/>
                <a:gd name="csY9" fmla="*/ 0 h 126722"/>
                <a:gd name="csX10" fmla="*/ 0 w 79360"/>
                <a:gd name="csY10" fmla="*/ 0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28" y="0"/>
                  </a:moveTo>
                  <a:lnTo>
                    <a:pt x="28" y="87001"/>
                  </a:lnTo>
                  <a:cubicBezTo>
                    <a:pt x="28" y="108901"/>
                    <a:pt x="17825" y="126722"/>
                    <a:pt x="39694" y="126722"/>
                  </a:cubicBezTo>
                  <a:cubicBezTo>
                    <a:pt x="61563" y="126722"/>
                    <a:pt x="79360" y="108901"/>
                    <a:pt x="79360" y="87001"/>
                  </a:cubicBezTo>
                  <a:lnTo>
                    <a:pt x="79360" y="0"/>
                  </a:lnTo>
                  <a:lnTo>
                    <a:pt x="63530" y="0"/>
                  </a:lnTo>
                  <a:lnTo>
                    <a:pt x="63530" y="87001"/>
                  </a:lnTo>
                  <a:cubicBezTo>
                    <a:pt x="63530" y="100186"/>
                    <a:pt x="52860" y="110878"/>
                    <a:pt x="39680" y="110878"/>
                  </a:cubicBezTo>
                  <a:cubicBezTo>
                    <a:pt x="26500" y="110878"/>
                    <a:pt x="15830" y="100186"/>
                    <a:pt x="15830" y="87001"/>
                  </a:cubicBezTo>
                  <a:lnTo>
                    <a:pt x="158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50A7701A-4CD0-65C0-B0E5-362814BF08D0}"/>
                </a:ext>
              </a:extLst>
            </p:cNvPr>
            <p:cNvSpPr/>
            <p:nvPr/>
          </p:nvSpPr>
          <p:spPr>
            <a:xfrm>
              <a:off x="11448784" y="351150"/>
              <a:ext cx="233379" cy="413835"/>
            </a:xfrm>
            <a:custGeom>
              <a:avLst/>
              <a:gdLst>
                <a:gd name="csX0" fmla="*/ 71488 w 71487"/>
                <a:gd name="csY0" fmla="*/ 126764 h 126763"/>
                <a:gd name="csX1" fmla="*/ 17484 w 71487"/>
                <a:gd name="csY1" fmla="*/ 126764 h 126763"/>
                <a:gd name="csX2" fmla="*/ 2797 w 71487"/>
                <a:gd name="csY2" fmla="*/ 99922 h 126763"/>
                <a:gd name="csX3" fmla="*/ 54556 w 71487"/>
                <a:gd name="csY3" fmla="*/ 19505 h 126763"/>
                <a:gd name="csX4" fmla="*/ 52547 w 71487"/>
                <a:gd name="csY4" fmla="*/ 15844 h 126763"/>
                <a:gd name="csX5" fmla="*/ 119 w 71487"/>
                <a:gd name="csY5" fmla="*/ 15844 h 126763"/>
                <a:gd name="csX6" fmla="*/ 119 w 71487"/>
                <a:gd name="csY6" fmla="*/ 0 h 126763"/>
                <a:gd name="csX7" fmla="*/ 53998 w 71487"/>
                <a:gd name="csY7" fmla="*/ 0 h 126763"/>
                <a:gd name="csX8" fmla="*/ 68684 w 71487"/>
                <a:gd name="csY8" fmla="*/ 26843 h 126763"/>
                <a:gd name="csX9" fmla="*/ 16926 w 71487"/>
                <a:gd name="csY9" fmla="*/ 107259 h 126763"/>
                <a:gd name="csX10" fmla="*/ 18934 w 71487"/>
                <a:gd name="csY10" fmla="*/ 110920 h 126763"/>
                <a:gd name="csX11" fmla="*/ 71488 w 71487"/>
                <a:gd name="csY11" fmla="*/ 110920 h 126763"/>
                <a:gd name="csX12" fmla="*/ 71488 w 71487"/>
                <a:gd name="csY12" fmla="*/ 126764 h 126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1487" h="126763">
                  <a:moveTo>
                    <a:pt x="71488" y="126764"/>
                  </a:moveTo>
                  <a:lnTo>
                    <a:pt x="17484" y="126764"/>
                  </a:lnTo>
                  <a:cubicBezTo>
                    <a:pt x="3676" y="126764"/>
                    <a:pt x="-4664" y="111519"/>
                    <a:pt x="2797" y="99922"/>
                  </a:cubicBezTo>
                  <a:lnTo>
                    <a:pt x="54556" y="19505"/>
                  </a:lnTo>
                  <a:cubicBezTo>
                    <a:pt x="55574" y="17918"/>
                    <a:pt x="54430" y="15844"/>
                    <a:pt x="52547" y="15844"/>
                  </a:cubicBezTo>
                  <a:lnTo>
                    <a:pt x="119" y="15844"/>
                  </a:lnTo>
                  <a:lnTo>
                    <a:pt x="119" y="0"/>
                  </a:lnTo>
                  <a:lnTo>
                    <a:pt x="53998" y="0"/>
                  </a:lnTo>
                  <a:cubicBezTo>
                    <a:pt x="67806" y="0"/>
                    <a:pt x="76146" y="15245"/>
                    <a:pt x="68684" y="26843"/>
                  </a:cubicBezTo>
                  <a:lnTo>
                    <a:pt x="16926" y="107259"/>
                  </a:lnTo>
                  <a:cubicBezTo>
                    <a:pt x="15908" y="108846"/>
                    <a:pt x="17051" y="110920"/>
                    <a:pt x="18934" y="110920"/>
                  </a:cubicBezTo>
                  <a:lnTo>
                    <a:pt x="71488" y="110920"/>
                  </a:lnTo>
                  <a:lnTo>
                    <a:pt x="71488" y="126764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1D37260F-3433-6F3B-B730-828F6F2DEBAA}"/>
                </a:ext>
              </a:extLst>
            </p:cNvPr>
            <p:cNvSpPr/>
            <p:nvPr/>
          </p:nvSpPr>
          <p:spPr>
            <a:xfrm>
              <a:off x="11241725" y="247426"/>
              <a:ext cx="103587" cy="103721"/>
            </a:xfrm>
            <a:custGeom>
              <a:avLst/>
              <a:gdLst>
                <a:gd name="csX0" fmla="*/ 31730 w 31730"/>
                <a:gd name="csY0" fmla="*/ 0 h 31771"/>
                <a:gd name="csX1" fmla="*/ 0 w 31730"/>
                <a:gd name="csY1" fmla="*/ 15969 h 31771"/>
                <a:gd name="csX2" fmla="*/ 0 w 31730"/>
                <a:gd name="csY2" fmla="*/ 31771 h 31771"/>
                <a:gd name="csX3" fmla="*/ 31730 w 31730"/>
                <a:gd name="csY3" fmla="*/ 15802 h 31771"/>
                <a:gd name="csX4" fmla="*/ 31730 w 31730"/>
                <a:gd name="csY4" fmla="*/ 0 h 317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730" h="31771">
                  <a:moveTo>
                    <a:pt x="31730" y="0"/>
                  </a:moveTo>
                  <a:lnTo>
                    <a:pt x="0" y="15969"/>
                  </a:lnTo>
                  <a:lnTo>
                    <a:pt x="0" y="31771"/>
                  </a:lnTo>
                  <a:lnTo>
                    <a:pt x="31730" y="15802"/>
                  </a:lnTo>
                  <a:lnTo>
                    <a:pt x="31730" y="0"/>
                  </a:lnTo>
                  <a:close/>
                </a:path>
              </a:pathLst>
            </a:custGeom>
            <a:solidFill>
              <a:srgbClr val="FF7700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99732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 VERDE">
    <p:bg>
      <p:bgPr>
        <a:gradFill>
          <a:gsLst>
            <a:gs pos="100000">
              <a:srgbClr val="01352D"/>
            </a:gs>
            <a:gs pos="64000">
              <a:srgbClr val="00241E">
                <a:lumMod val="100000"/>
              </a:srgb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8AFDBFBE-2AF6-E363-F1B9-A67C0EC9DF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2637" y="2517338"/>
            <a:ext cx="10513392" cy="212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pt-BR" dirty="0"/>
              <a:t>Para o corpo do texto utilizar fonte padrão tam. 16. Caso o seu texto seja maior ou menor, procure sempre manter o título em destaque e alinhar o texto o mais centralizado possível verticalmente na página. Se o conteúdo for muito extenso e não couber na página, a fonte pode ser reduzida, respeitando o tamanho mínimo de 12 e máximo 28.</a:t>
            </a:r>
          </a:p>
        </p:txBody>
      </p:sp>
      <p:sp>
        <p:nvSpPr>
          <p:cNvPr id="99" name="Retângulo 98">
            <a:extLst>
              <a:ext uri="{FF2B5EF4-FFF2-40B4-BE49-F238E27FC236}">
                <a16:creationId xmlns:a16="http://schemas.microsoft.com/office/drawing/2014/main" id="{7330F696-AA94-DA02-BB9A-47A4082E863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EE75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5DCDDDCF-A19A-42C5-23E7-D71237431435}"/>
              </a:ext>
            </a:extLst>
          </p:cNvPr>
          <p:cNvGrpSpPr/>
          <p:nvPr userDrawn="1"/>
        </p:nvGrpSpPr>
        <p:grpSpPr>
          <a:xfrm>
            <a:off x="11296029" y="186733"/>
            <a:ext cx="717535" cy="162467"/>
            <a:chOff x="11296029" y="6585003"/>
            <a:chExt cx="717535" cy="162467"/>
          </a:xfrm>
        </p:grpSpPr>
        <p:grpSp>
          <p:nvGrpSpPr>
            <p:cNvPr id="119" name="Gráfico 3">
              <a:extLst>
                <a:ext uri="{FF2B5EF4-FFF2-40B4-BE49-F238E27FC236}">
                  <a16:creationId xmlns:a16="http://schemas.microsoft.com/office/drawing/2014/main" id="{D3FB9D87-E290-4680-5169-3407326DCAF2}"/>
                </a:ext>
              </a:extLst>
            </p:cNvPr>
            <p:cNvGrpSpPr/>
            <p:nvPr/>
          </p:nvGrpSpPr>
          <p:grpSpPr>
            <a:xfrm>
              <a:off x="11438836" y="6585003"/>
              <a:ext cx="574728" cy="162467"/>
              <a:chOff x="11438836" y="6585003"/>
              <a:chExt cx="574728" cy="162467"/>
            </a:xfrm>
            <a:solidFill>
              <a:schemeClr val="bg1"/>
            </a:solidFill>
          </p:grpSpPr>
          <p:grpSp>
            <p:nvGrpSpPr>
              <p:cNvPr id="121" name="Gráfico 3">
                <a:extLst>
                  <a:ext uri="{FF2B5EF4-FFF2-40B4-BE49-F238E27FC236}">
                    <a16:creationId xmlns:a16="http://schemas.microsoft.com/office/drawing/2014/main" id="{C6074D5D-2B0F-42C5-FC96-3C3F35CAAFA7}"/>
                  </a:ext>
                </a:extLst>
              </p:cNvPr>
              <p:cNvGrpSpPr/>
              <p:nvPr/>
            </p:nvGrpSpPr>
            <p:grpSpPr>
              <a:xfrm>
                <a:off x="11438836" y="6585003"/>
                <a:ext cx="574728" cy="162453"/>
                <a:chOff x="11438836" y="6585003"/>
                <a:chExt cx="574728" cy="162453"/>
              </a:xfrm>
              <a:grpFill/>
            </p:grpSpPr>
            <p:sp>
              <p:nvSpPr>
                <p:cNvPr id="125" name="Forma Livre 124">
                  <a:extLst>
                    <a:ext uri="{FF2B5EF4-FFF2-40B4-BE49-F238E27FC236}">
                      <a16:creationId xmlns:a16="http://schemas.microsoft.com/office/drawing/2014/main" id="{12157620-4496-76E9-3DCE-C5E0F06B9314}"/>
                    </a:ext>
                  </a:extLst>
                </p:cNvPr>
                <p:cNvSpPr/>
                <p:nvPr/>
              </p:nvSpPr>
              <p:spPr>
                <a:xfrm>
                  <a:off x="11438836" y="6585505"/>
                  <a:ext cx="53184" cy="62139"/>
                </a:xfrm>
                <a:custGeom>
                  <a:avLst/>
                  <a:gdLst>
                    <a:gd name="connsiteX0" fmla="*/ 14 w 53184"/>
                    <a:gd name="connsiteY0" fmla="*/ 62140 h 62139"/>
                    <a:gd name="connsiteX1" fmla="*/ 14 w 53184"/>
                    <a:gd name="connsiteY1" fmla="*/ 0 h 62139"/>
                    <a:gd name="connsiteX2" fmla="*/ 22029 w 53184"/>
                    <a:gd name="connsiteY2" fmla="*/ 0 h 62139"/>
                    <a:gd name="connsiteX3" fmla="*/ 38834 w 53184"/>
                    <a:gd name="connsiteY3" fmla="*/ 3660 h 62139"/>
                    <a:gd name="connsiteX4" fmla="*/ 49497 w 53184"/>
                    <a:gd name="connsiteY4" fmla="*/ 14279 h 62139"/>
                    <a:gd name="connsiteX5" fmla="*/ 53185 w 53184"/>
                    <a:gd name="connsiteY5" fmla="*/ 30969 h 62139"/>
                    <a:gd name="connsiteX6" fmla="*/ 49468 w 53184"/>
                    <a:gd name="connsiteY6" fmla="*/ 47889 h 62139"/>
                    <a:gd name="connsiteX7" fmla="*/ 38776 w 53184"/>
                    <a:gd name="connsiteY7" fmla="*/ 58480 h 62139"/>
                    <a:gd name="connsiteX8" fmla="*/ 22014 w 53184"/>
                    <a:gd name="connsiteY8" fmla="*/ 62125 h 62139"/>
                    <a:gd name="connsiteX9" fmla="*/ 0 w 53184"/>
                    <a:gd name="connsiteY9" fmla="*/ 62125 h 62139"/>
                    <a:gd name="connsiteX10" fmla="*/ 10634 w 53184"/>
                    <a:gd name="connsiteY10" fmla="*/ 53228 h 62139"/>
                    <a:gd name="connsiteX11" fmla="*/ 20378 w 53184"/>
                    <a:gd name="connsiteY11" fmla="*/ 53228 h 62139"/>
                    <a:gd name="connsiteX12" fmla="*/ 32634 w 53184"/>
                    <a:gd name="connsiteY12" fmla="*/ 50803 h 62139"/>
                    <a:gd name="connsiteX13" fmla="*/ 39853 w 53184"/>
                    <a:gd name="connsiteY13" fmla="*/ 43440 h 62139"/>
                    <a:gd name="connsiteX14" fmla="*/ 42249 w 53184"/>
                    <a:gd name="connsiteY14" fmla="*/ 30926 h 62139"/>
                    <a:gd name="connsiteX15" fmla="*/ 39752 w 53184"/>
                    <a:gd name="connsiteY15" fmla="*/ 18642 h 62139"/>
                    <a:gd name="connsiteX16" fmla="*/ 32390 w 53184"/>
                    <a:gd name="connsiteY16" fmla="*/ 11323 h 62139"/>
                    <a:gd name="connsiteX17" fmla="*/ 20364 w 53184"/>
                    <a:gd name="connsiteY17" fmla="*/ 8898 h 62139"/>
                    <a:gd name="connsiteX18" fmla="*/ 10620 w 53184"/>
                    <a:gd name="connsiteY18" fmla="*/ 8898 h 62139"/>
                    <a:gd name="connsiteX19" fmla="*/ 10620 w 53184"/>
                    <a:gd name="connsiteY19" fmla="*/ 53214 h 62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3184" h="62139">
                      <a:moveTo>
                        <a:pt x="14" y="62140"/>
                      </a:moveTo>
                      <a:lnTo>
                        <a:pt x="14" y="0"/>
                      </a:lnTo>
                      <a:lnTo>
                        <a:pt x="22029" y="0"/>
                      </a:lnTo>
                      <a:cubicBezTo>
                        <a:pt x="28587" y="0"/>
                        <a:pt x="34184" y="1220"/>
                        <a:pt x="38834" y="3660"/>
                      </a:cubicBezTo>
                      <a:cubicBezTo>
                        <a:pt x="43484" y="6114"/>
                        <a:pt x="47028" y="9644"/>
                        <a:pt x="49497" y="14279"/>
                      </a:cubicBezTo>
                      <a:cubicBezTo>
                        <a:pt x="51965" y="18915"/>
                        <a:pt x="53185" y="24468"/>
                        <a:pt x="53185" y="30969"/>
                      </a:cubicBezTo>
                      <a:cubicBezTo>
                        <a:pt x="53185" y="37470"/>
                        <a:pt x="51951" y="43254"/>
                        <a:pt x="49468" y="47889"/>
                      </a:cubicBezTo>
                      <a:cubicBezTo>
                        <a:pt x="46985" y="52525"/>
                        <a:pt x="43426" y="56055"/>
                        <a:pt x="38776" y="58480"/>
                      </a:cubicBezTo>
                      <a:cubicBezTo>
                        <a:pt x="34127" y="60906"/>
                        <a:pt x="28544" y="62125"/>
                        <a:pt x="22014" y="62125"/>
                      </a:cubicBezTo>
                      <a:lnTo>
                        <a:pt x="0" y="62125"/>
                      </a:lnTo>
                      <a:close/>
                      <a:moveTo>
                        <a:pt x="10634" y="53228"/>
                      </a:moveTo>
                      <a:lnTo>
                        <a:pt x="20378" y="53228"/>
                      </a:lnTo>
                      <a:cubicBezTo>
                        <a:pt x="25330" y="53228"/>
                        <a:pt x="29420" y="52410"/>
                        <a:pt x="32634" y="50803"/>
                      </a:cubicBezTo>
                      <a:cubicBezTo>
                        <a:pt x="35849" y="49181"/>
                        <a:pt x="38260" y="46727"/>
                        <a:pt x="39853" y="43440"/>
                      </a:cubicBezTo>
                      <a:cubicBezTo>
                        <a:pt x="41446" y="40154"/>
                        <a:pt x="42249" y="35978"/>
                        <a:pt x="42249" y="30926"/>
                      </a:cubicBezTo>
                      <a:cubicBezTo>
                        <a:pt x="42249" y="25875"/>
                        <a:pt x="41417" y="21914"/>
                        <a:pt x="39752" y="18642"/>
                      </a:cubicBezTo>
                      <a:cubicBezTo>
                        <a:pt x="38088" y="15370"/>
                        <a:pt x="35634" y="12945"/>
                        <a:pt x="32390" y="11323"/>
                      </a:cubicBezTo>
                      <a:cubicBezTo>
                        <a:pt x="29147" y="9716"/>
                        <a:pt x="25143" y="8898"/>
                        <a:pt x="20364" y="8898"/>
                      </a:cubicBezTo>
                      <a:lnTo>
                        <a:pt x="10620" y="8898"/>
                      </a:lnTo>
                      <a:lnTo>
                        <a:pt x="10620" y="53214"/>
                      </a:ln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 125">
                  <a:extLst>
                    <a:ext uri="{FF2B5EF4-FFF2-40B4-BE49-F238E27FC236}">
                      <a16:creationId xmlns:a16="http://schemas.microsoft.com/office/drawing/2014/main" id="{08A6FFD3-67DC-162F-C2BC-372E960A84D6}"/>
                    </a:ext>
                  </a:extLst>
                </p:cNvPr>
                <p:cNvSpPr/>
                <p:nvPr/>
              </p:nvSpPr>
              <p:spPr>
                <a:xfrm>
                  <a:off x="11501463" y="6601894"/>
                  <a:ext cx="42005" cy="46583"/>
                </a:xfrm>
                <a:custGeom>
                  <a:avLst/>
                  <a:gdLst>
                    <a:gd name="connsiteX0" fmla="*/ 22101 w 42005"/>
                    <a:gd name="connsiteY0" fmla="*/ 46583 h 46583"/>
                    <a:gd name="connsiteX1" fmla="*/ 9802 w 42005"/>
                    <a:gd name="connsiteY1" fmla="*/ 43656 h 46583"/>
                    <a:gd name="connsiteX2" fmla="*/ 2440 w 42005"/>
                    <a:gd name="connsiteY2" fmla="*/ 35433 h 46583"/>
                    <a:gd name="connsiteX3" fmla="*/ 0 w 42005"/>
                    <a:gd name="connsiteY3" fmla="*/ 23177 h 46583"/>
                    <a:gd name="connsiteX4" fmla="*/ 2382 w 42005"/>
                    <a:gd name="connsiteY4" fmla="*/ 10964 h 46583"/>
                    <a:gd name="connsiteX5" fmla="*/ 9486 w 42005"/>
                    <a:gd name="connsiteY5" fmla="*/ 2885 h 46583"/>
                    <a:gd name="connsiteX6" fmla="*/ 21326 w 42005"/>
                    <a:gd name="connsiteY6" fmla="*/ 0 h 46583"/>
                    <a:gd name="connsiteX7" fmla="*/ 36466 w 42005"/>
                    <a:gd name="connsiteY7" fmla="*/ 5726 h 46583"/>
                    <a:gd name="connsiteX8" fmla="*/ 42005 w 42005"/>
                    <a:gd name="connsiteY8" fmla="*/ 22072 h 46583"/>
                    <a:gd name="connsiteX9" fmla="*/ 41934 w 42005"/>
                    <a:gd name="connsiteY9" fmla="*/ 23665 h 46583"/>
                    <a:gd name="connsiteX10" fmla="*/ 41776 w 42005"/>
                    <a:gd name="connsiteY10" fmla="*/ 25028 h 46583"/>
                    <a:gd name="connsiteX11" fmla="*/ 9974 w 42005"/>
                    <a:gd name="connsiteY11" fmla="*/ 25028 h 46583"/>
                    <a:gd name="connsiteX12" fmla="*/ 11237 w 42005"/>
                    <a:gd name="connsiteY12" fmla="*/ 32060 h 46583"/>
                    <a:gd name="connsiteX13" fmla="*/ 15140 w 42005"/>
                    <a:gd name="connsiteY13" fmla="*/ 37212 h 46583"/>
                    <a:gd name="connsiteX14" fmla="*/ 22115 w 42005"/>
                    <a:gd name="connsiteY14" fmla="*/ 39150 h 46583"/>
                    <a:gd name="connsiteX15" fmla="*/ 29362 w 42005"/>
                    <a:gd name="connsiteY15" fmla="*/ 37097 h 46583"/>
                    <a:gd name="connsiteX16" fmla="*/ 32132 w 42005"/>
                    <a:gd name="connsiteY16" fmla="*/ 31027 h 46583"/>
                    <a:gd name="connsiteX17" fmla="*/ 41962 w 42005"/>
                    <a:gd name="connsiteY17" fmla="*/ 31027 h 46583"/>
                    <a:gd name="connsiteX18" fmla="*/ 39264 w 42005"/>
                    <a:gd name="connsiteY18" fmla="*/ 39494 h 46583"/>
                    <a:gd name="connsiteX19" fmla="*/ 32433 w 42005"/>
                    <a:gd name="connsiteY19" fmla="*/ 44775 h 46583"/>
                    <a:gd name="connsiteX20" fmla="*/ 22115 w 42005"/>
                    <a:gd name="connsiteY20" fmla="*/ 46569 h 46583"/>
                    <a:gd name="connsiteX21" fmla="*/ 10046 w 42005"/>
                    <a:gd name="connsiteY21" fmla="*/ 18341 h 46583"/>
                    <a:gd name="connsiteX22" fmla="*/ 32060 w 42005"/>
                    <a:gd name="connsiteY22" fmla="*/ 18341 h 46583"/>
                    <a:gd name="connsiteX23" fmla="*/ 29032 w 42005"/>
                    <a:gd name="connsiteY23" fmla="*/ 10060 h 46583"/>
                    <a:gd name="connsiteX24" fmla="*/ 21297 w 42005"/>
                    <a:gd name="connsiteY24" fmla="*/ 7219 h 46583"/>
                    <a:gd name="connsiteX25" fmla="*/ 13375 w 42005"/>
                    <a:gd name="connsiteY25" fmla="*/ 10074 h 46583"/>
                    <a:gd name="connsiteX26" fmla="*/ 10031 w 42005"/>
                    <a:gd name="connsiteY26" fmla="*/ 18341 h 465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2005" h="46583">
                      <a:moveTo>
                        <a:pt x="22101" y="46583"/>
                      </a:moveTo>
                      <a:cubicBezTo>
                        <a:pt x="17178" y="46583"/>
                        <a:pt x="13074" y="45607"/>
                        <a:pt x="9802" y="43656"/>
                      </a:cubicBezTo>
                      <a:cubicBezTo>
                        <a:pt x="6530" y="41704"/>
                        <a:pt x="4076" y="38963"/>
                        <a:pt x="2440" y="35433"/>
                      </a:cubicBezTo>
                      <a:cubicBezTo>
                        <a:pt x="804" y="31902"/>
                        <a:pt x="0" y="27827"/>
                        <a:pt x="0" y="23177"/>
                      </a:cubicBezTo>
                      <a:cubicBezTo>
                        <a:pt x="0" y="18527"/>
                        <a:pt x="789" y="14423"/>
                        <a:pt x="2382" y="10964"/>
                      </a:cubicBezTo>
                      <a:cubicBezTo>
                        <a:pt x="3975" y="7491"/>
                        <a:pt x="6329" y="4808"/>
                        <a:pt x="9486" y="2885"/>
                      </a:cubicBezTo>
                      <a:cubicBezTo>
                        <a:pt x="12643" y="962"/>
                        <a:pt x="16590" y="0"/>
                        <a:pt x="21326" y="0"/>
                      </a:cubicBezTo>
                      <a:cubicBezTo>
                        <a:pt x="27726" y="0"/>
                        <a:pt x="32778" y="1909"/>
                        <a:pt x="36466" y="5726"/>
                      </a:cubicBezTo>
                      <a:cubicBezTo>
                        <a:pt x="40154" y="9543"/>
                        <a:pt x="42005" y="14997"/>
                        <a:pt x="42005" y="22072"/>
                      </a:cubicBezTo>
                      <a:cubicBezTo>
                        <a:pt x="42005" y="22502"/>
                        <a:pt x="41977" y="23033"/>
                        <a:pt x="41934" y="23665"/>
                      </a:cubicBezTo>
                      <a:cubicBezTo>
                        <a:pt x="41891" y="24296"/>
                        <a:pt x="41833" y="24755"/>
                        <a:pt x="41776" y="25028"/>
                      </a:cubicBezTo>
                      <a:lnTo>
                        <a:pt x="9974" y="25028"/>
                      </a:lnTo>
                      <a:cubicBezTo>
                        <a:pt x="10003" y="27583"/>
                        <a:pt x="10433" y="29922"/>
                        <a:pt x="11237" y="32060"/>
                      </a:cubicBezTo>
                      <a:cubicBezTo>
                        <a:pt x="12055" y="34198"/>
                        <a:pt x="13361" y="35921"/>
                        <a:pt x="15140" y="37212"/>
                      </a:cubicBezTo>
                      <a:cubicBezTo>
                        <a:pt x="16920" y="38504"/>
                        <a:pt x="19245" y="39150"/>
                        <a:pt x="22115" y="39150"/>
                      </a:cubicBezTo>
                      <a:cubicBezTo>
                        <a:pt x="25186" y="39150"/>
                        <a:pt x="27611" y="38461"/>
                        <a:pt x="29362" y="37097"/>
                      </a:cubicBezTo>
                      <a:cubicBezTo>
                        <a:pt x="31113" y="35720"/>
                        <a:pt x="32046" y="33696"/>
                        <a:pt x="32132" y="31027"/>
                      </a:cubicBezTo>
                      <a:lnTo>
                        <a:pt x="41962" y="31027"/>
                      </a:lnTo>
                      <a:cubicBezTo>
                        <a:pt x="41804" y="34356"/>
                        <a:pt x="40900" y="37169"/>
                        <a:pt x="39264" y="39494"/>
                      </a:cubicBezTo>
                      <a:cubicBezTo>
                        <a:pt x="37614" y="41819"/>
                        <a:pt x="35347" y="43570"/>
                        <a:pt x="32433" y="44775"/>
                      </a:cubicBezTo>
                      <a:cubicBezTo>
                        <a:pt x="29520" y="45981"/>
                        <a:pt x="26090" y="46569"/>
                        <a:pt x="22115" y="46569"/>
                      </a:cubicBezTo>
                      <a:close/>
                      <a:moveTo>
                        <a:pt x="10046" y="18341"/>
                      </a:moveTo>
                      <a:lnTo>
                        <a:pt x="32060" y="18341"/>
                      </a:lnTo>
                      <a:cubicBezTo>
                        <a:pt x="31974" y="14710"/>
                        <a:pt x="30955" y="11940"/>
                        <a:pt x="29032" y="10060"/>
                      </a:cubicBezTo>
                      <a:cubicBezTo>
                        <a:pt x="27109" y="8166"/>
                        <a:pt x="24526" y="7219"/>
                        <a:pt x="21297" y="7219"/>
                      </a:cubicBezTo>
                      <a:cubicBezTo>
                        <a:pt x="18068" y="7219"/>
                        <a:pt x="15341" y="8180"/>
                        <a:pt x="13375" y="10074"/>
                      </a:cubicBezTo>
                      <a:cubicBezTo>
                        <a:pt x="11409" y="11969"/>
                        <a:pt x="10304" y="14738"/>
                        <a:pt x="10031" y="18341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 126">
                  <a:extLst>
                    <a:ext uri="{FF2B5EF4-FFF2-40B4-BE49-F238E27FC236}">
                      <a16:creationId xmlns:a16="http://schemas.microsoft.com/office/drawing/2014/main" id="{BD9F6C82-B8FD-BD37-898E-CCCA9F0485E5}"/>
                    </a:ext>
                  </a:extLst>
                </p:cNvPr>
                <p:cNvSpPr/>
                <p:nvPr/>
              </p:nvSpPr>
              <p:spPr>
                <a:xfrm>
                  <a:off x="11555036" y="6601994"/>
                  <a:ext cx="39881" cy="45650"/>
                </a:xfrm>
                <a:custGeom>
                  <a:avLst/>
                  <a:gdLst>
                    <a:gd name="connsiteX0" fmla="*/ 0 w 39881"/>
                    <a:gd name="connsiteY0" fmla="*/ 45651 h 45650"/>
                    <a:gd name="connsiteX1" fmla="*/ 0 w 39881"/>
                    <a:gd name="connsiteY1" fmla="*/ 646 h 45650"/>
                    <a:gd name="connsiteX2" fmla="*/ 9601 w 39881"/>
                    <a:gd name="connsiteY2" fmla="*/ 646 h 45650"/>
                    <a:gd name="connsiteX3" fmla="*/ 9830 w 39881"/>
                    <a:gd name="connsiteY3" fmla="*/ 7477 h 45650"/>
                    <a:gd name="connsiteX4" fmla="*/ 15829 w 39881"/>
                    <a:gd name="connsiteY4" fmla="*/ 2325 h 45650"/>
                    <a:gd name="connsiteX5" fmla="*/ 25573 w 39881"/>
                    <a:gd name="connsiteY5" fmla="*/ 0 h 45650"/>
                    <a:gd name="connsiteX6" fmla="*/ 36308 w 39881"/>
                    <a:gd name="connsiteY6" fmla="*/ 4262 h 45650"/>
                    <a:gd name="connsiteX7" fmla="*/ 39881 w 39881"/>
                    <a:gd name="connsiteY7" fmla="*/ 16475 h 45650"/>
                    <a:gd name="connsiteX8" fmla="*/ 39881 w 39881"/>
                    <a:gd name="connsiteY8" fmla="*/ 45651 h 45650"/>
                    <a:gd name="connsiteX9" fmla="*/ 29907 w 39881"/>
                    <a:gd name="connsiteY9" fmla="*/ 45651 h 45650"/>
                    <a:gd name="connsiteX10" fmla="*/ 29907 w 39881"/>
                    <a:gd name="connsiteY10" fmla="*/ 17810 h 45650"/>
                    <a:gd name="connsiteX11" fmla="*/ 29219 w 39881"/>
                    <a:gd name="connsiteY11" fmla="*/ 12758 h 45650"/>
                    <a:gd name="connsiteX12" fmla="*/ 26894 w 39881"/>
                    <a:gd name="connsiteY12" fmla="*/ 9342 h 45650"/>
                    <a:gd name="connsiteX13" fmla="*/ 22388 w 39881"/>
                    <a:gd name="connsiteY13" fmla="*/ 8123 h 45650"/>
                    <a:gd name="connsiteX14" fmla="*/ 15025 w 39881"/>
                    <a:gd name="connsiteY14" fmla="*/ 10132 h 45650"/>
                    <a:gd name="connsiteX15" fmla="*/ 10017 w 39881"/>
                    <a:gd name="connsiteY15" fmla="*/ 14681 h 45650"/>
                    <a:gd name="connsiteX16" fmla="*/ 10017 w 39881"/>
                    <a:gd name="connsiteY16" fmla="*/ 45651 h 45650"/>
                    <a:gd name="connsiteX17" fmla="*/ 0 w 39881"/>
                    <a:gd name="connsiteY17" fmla="*/ 45651 h 45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9881" h="45650">
                      <a:moveTo>
                        <a:pt x="0" y="45651"/>
                      </a:moveTo>
                      <a:lnTo>
                        <a:pt x="0" y="646"/>
                      </a:lnTo>
                      <a:lnTo>
                        <a:pt x="9601" y="646"/>
                      </a:lnTo>
                      <a:lnTo>
                        <a:pt x="9830" y="7477"/>
                      </a:lnTo>
                      <a:cubicBezTo>
                        <a:pt x="11309" y="5597"/>
                        <a:pt x="13303" y="3889"/>
                        <a:pt x="15829" y="2325"/>
                      </a:cubicBezTo>
                      <a:cubicBezTo>
                        <a:pt x="18355" y="775"/>
                        <a:pt x="21598" y="0"/>
                        <a:pt x="25573" y="0"/>
                      </a:cubicBezTo>
                      <a:cubicBezTo>
                        <a:pt x="30338" y="0"/>
                        <a:pt x="33926" y="1421"/>
                        <a:pt x="36308" y="4262"/>
                      </a:cubicBezTo>
                      <a:cubicBezTo>
                        <a:pt x="38690" y="7118"/>
                        <a:pt x="39881" y="11179"/>
                        <a:pt x="39881" y="16475"/>
                      </a:cubicBezTo>
                      <a:lnTo>
                        <a:pt x="39881" y="45651"/>
                      </a:lnTo>
                      <a:lnTo>
                        <a:pt x="29907" y="45651"/>
                      </a:lnTo>
                      <a:lnTo>
                        <a:pt x="29907" y="17810"/>
                      </a:lnTo>
                      <a:cubicBezTo>
                        <a:pt x="29907" y="15901"/>
                        <a:pt x="29678" y="14222"/>
                        <a:pt x="29219" y="12758"/>
                      </a:cubicBezTo>
                      <a:cubicBezTo>
                        <a:pt x="28759" y="11294"/>
                        <a:pt x="27984" y="10161"/>
                        <a:pt x="26894" y="9342"/>
                      </a:cubicBezTo>
                      <a:cubicBezTo>
                        <a:pt x="25803" y="8524"/>
                        <a:pt x="24296" y="8123"/>
                        <a:pt x="22388" y="8123"/>
                      </a:cubicBezTo>
                      <a:cubicBezTo>
                        <a:pt x="19503" y="8123"/>
                        <a:pt x="17035" y="8783"/>
                        <a:pt x="15025" y="10132"/>
                      </a:cubicBezTo>
                      <a:cubicBezTo>
                        <a:pt x="13016" y="11466"/>
                        <a:pt x="11337" y="12988"/>
                        <a:pt x="10017" y="14681"/>
                      </a:cubicBezTo>
                      <a:lnTo>
                        <a:pt x="10017" y="45651"/>
                      </a:lnTo>
                      <a:lnTo>
                        <a:pt x="0" y="45651"/>
                      </a:ln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 127">
                  <a:extLst>
                    <a:ext uri="{FF2B5EF4-FFF2-40B4-BE49-F238E27FC236}">
                      <a16:creationId xmlns:a16="http://schemas.microsoft.com/office/drawing/2014/main" id="{5C602B4C-C95A-E3C2-6F7D-57423D05B1C6}"/>
                    </a:ext>
                  </a:extLst>
                </p:cNvPr>
                <p:cNvSpPr/>
                <p:nvPr/>
              </p:nvSpPr>
              <p:spPr>
                <a:xfrm>
                  <a:off x="11602738" y="6592150"/>
                  <a:ext cx="27927" cy="55495"/>
                </a:xfrm>
                <a:custGeom>
                  <a:avLst/>
                  <a:gdLst>
                    <a:gd name="connsiteX0" fmla="*/ 22832 w 27927"/>
                    <a:gd name="connsiteY0" fmla="*/ 55495 h 55495"/>
                    <a:gd name="connsiteX1" fmla="*/ 13375 w 27927"/>
                    <a:gd name="connsiteY1" fmla="*/ 53802 h 55495"/>
                    <a:gd name="connsiteX2" fmla="*/ 8783 w 27927"/>
                    <a:gd name="connsiteY2" fmla="*/ 48779 h 55495"/>
                    <a:gd name="connsiteX3" fmla="*/ 7520 w 27927"/>
                    <a:gd name="connsiteY3" fmla="*/ 40398 h 55495"/>
                    <a:gd name="connsiteX4" fmla="*/ 7520 w 27927"/>
                    <a:gd name="connsiteY4" fmla="*/ 18326 h 55495"/>
                    <a:gd name="connsiteX5" fmla="*/ 0 w 27927"/>
                    <a:gd name="connsiteY5" fmla="*/ 18326 h 55495"/>
                    <a:gd name="connsiteX6" fmla="*/ 0 w 27927"/>
                    <a:gd name="connsiteY6" fmla="*/ 10476 h 55495"/>
                    <a:gd name="connsiteX7" fmla="*/ 7520 w 27927"/>
                    <a:gd name="connsiteY7" fmla="*/ 10476 h 55495"/>
                    <a:gd name="connsiteX8" fmla="*/ 7520 w 27927"/>
                    <a:gd name="connsiteY8" fmla="*/ 0 h 55495"/>
                    <a:gd name="connsiteX9" fmla="*/ 17451 w 27927"/>
                    <a:gd name="connsiteY9" fmla="*/ 0 h 55495"/>
                    <a:gd name="connsiteX10" fmla="*/ 17451 w 27927"/>
                    <a:gd name="connsiteY10" fmla="*/ 10476 h 55495"/>
                    <a:gd name="connsiteX11" fmla="*/ 27927 w 27927"/>
                    <a:gd name="connsiteY11" fmla="*/ 10476 h 55495"/>
                    <a:gd name="connsiteX12" fmla="*/ 27927 w 27927"/>
                    <a:gd name="connsiteY12" fmla="*/ 18326 h 55495"/>
                    <a:gd name="connsiteX13" fmla="*/ 17451 w 27927"/>
                    <a:gd name="connsiteY13" fmla="*/ 18326 h 55495"/>
                    <a:gd name="connsiteX14" fmla="*/ 17451 w 27927"/>
                    <a:gd name="connsiteY14" fmla="*/ 39795 h 55495"/>
                    <a:gd name="connsiteX15" fmla="*/ 18484 w 27927"/>
                    <a:gd name="connsiteY15" fmla="*/ 45665 h 55495"/>
                    <a:gd name="connsiteX16" fmla="*/ 23349 w 27927"/>
                    <a:gd name="connsiteY16" fmla="*/ 47645 h 55495"/>
                    <a:gd name="connsiteX17" fmla="*/ 27913 w 27927"/>
                    <a:gd name="connsiteY17" fmla="*/ 47645 h 55495"/>
                    <a:gd name="connsiteX18" fmla="*/ 27913 w 27927"/>
                    <a:gd name="connsiteY18" fmla="*/ 55495 h 55495"/>
                    <a:gd name="connsiteX19" fmla="*/ 22832 w 27927"/>
                    <a:gd name="connsiteY19" fmla="*/ 55495 h 55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7927" h="55495">
                      <a:moveTo>
                        <a:pt x="22832" y="55495"/>
                      </a:moveTo>
                      <a:cubicBezTo>
                        <a:pt x="18742" y="55495"/>
                        <a:pt x="15585" y="54936"/>
                        <a:pt x="13375" y="53802"/>
                      </a:cubicBezTo>
                      <a:cubicBezTo>
                        <a:pt x="11165" y="52683"/>
                        <a:pt x="9630" y="51003"/>
                        <a:pt x="8783" y="48779"/>
                      </a:cubicBezTo>
                      <a:cubicBezTo>
                        <a:pt x="7936" y="46540"/>
                        <a:pt x="7520" y="43756"/>
                        <a:pt x="7520" y="40398"/>
                      </a:cubicBezTo>
                      <a:lnTo>
                        <a:pt x="7520" y="18326"/>
                      </a:lnTo>
                      <a:lnTo>
                        <a:pt x="0" y="18326"/>
                      </a:lnTo>
                      <a:lnTo>
                        <a:pt x="0" y="10476"/>
                      </a:lnTo>
                      <a:lnTo>
                        <a:pt x="7520" y="10476"/>
                      </a:lnTo>
                      <a:lnTo>
                        <a:pt x="7520" y="0"/>
                      </a:lnTo>
                      <a:lnTo>
                        <a:pt x="17451" y="0"/>
                      </a:lnTo>
                      <a:lnTo>
                        <a:pt x="17451" y="10476"/>
                      </a:lnTo>
                      <a:lnTo>
                        <a:pt x="27927" y="10476"/>
                      </a:lnTo>
                      <a:lnTo>
                        <a:pt x="27927" y="18326"/>
                      </a:lnTo>
                      <a:lnTo>
                        <a:pt x="17451" y="18326"/>
                      </a:lnTo>
                      <a:lnTo>
                        <a:pt x="17451" y="39795"/>
                      </a:lnTo>
                      <a:cubicBezTo>
                        <a:pt x="17451" y="42379"/>
                        <a:pt x="17795" y="44330"/>
                        <a:pt x="18484" y="45665"/>
                      </a:cubicBezTo>
                      <a:cubicBezTo>
                        <a:pt x="19173" y="47000"/>
                        <a:pt x="20795" y="47645"/>
                        <a:pt x="23349" y="47645"/>
                      </a:cubicBezTo>
                      <a:lnTo>
                        <a:pt x="27913" y="47645"/>
                      </a:lnTo>
                      <a:lnTo>
                        <a:pt x="27913" y="55495"/>
                      </a:lnTo>
                      <a:lnTo>
                        <a:pt x="22832" y="55495"/>
                      </a:ln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 128">
                  <a:extLst>
                    <a:ext uri="{FF2B5EF4-FFF2-40B4-BE49-F238E27FC236}">
                      <a16:creationId xmlns:a16="http://schemas.microsoft.com/office/drawing/2014/main" id="{52947B67-E559-1B33-E037-C9C73DE063EF}"/>
                    </a:ext>
                  </a:extLst>
                </p:cNvPr>
                <p:cNvSpPr/>
                <p:nvPr/>
              </p:nvSpPr>
              <p:spPr>
                <a:xfrm>
                  <a:off x="11640525" y="6602037"/>
                  <a:ext cx="24554" cy="45607"/>
                </a:xfrm>
                <a:custGeom>
                  <a:avLst/>
                  <a:gdLst>
                    <a:gd name="connsiteX0" fmla="*/ 0 w 24554"/>
                    <a:gd name="connsiteY0" fmla="*/ 45607 h 45607"/>
                    <a:gd name="connsiteX1" fmla="*/ 0 w 24554"/>
                    <a:gd name="connsiteY1" fmla="*/ 603 h 45607"/>
                    <a:gd name="connsiteX2" fmla="*/ 9515 w 24554"/>
                    <a:gd name="connsiteY2" fmla="*/ 603 h 45607"/>
                    <a:gd name="connsiteX3" fmla="*/ 9744 w 24554"/>
                    <a:gd name="connsiteY3" fmla="*/ 8309 h 45607"/>
                    <a:gd name="connsiteX4" fmla="*/ 15025 w 24554"/>
                    <a:gd name="connsiteY4" fmla="*/ 2282 h 45607"/>
                    <a:gd name="connsiteX5" fmla="*/ 23679 w 24554"/>
                    <a:gd name="connsiteY5" fmla="*/ 0 h 45607"/>
                    <a:gd name="connsiteX6" fmla="*/ 24555 w 24554"/>
                    <a:gd name="connsiteY6" fmla="*/ 0 h 45607"/>
                    <a:gd name="connsiteX7" fmla="*/ 24555 w 24554"/>
                    <a:gd name="connsiteY7" fmla="*/ 8725 h 45607"/>
                    <a:gd name="connsiteX8" fmla="*/ 23493 w 24554"/>
                    <a:gd name="connsiteY8" fmla="*/ 8725 h 45607"/>
                    <a:gd name="connsiteX9" fmla="*/ 17881 w 24554"/>
                    <a:gd name="connsiteY9" fmla="*/ 9386 h 45607"/>
                    <a:gd name="connsiteX10" fmla="*/ 13433 w 24554"/>
                    <a:gd name="connsiteY10" fmla="*/ 11423 h 45607"/>
                    <a:gd name="connsiteX11" fmla="*/ 10017 w 24554"/>
                    <a:gd name="connsiteY11" fmla="*/ 14825 h 45607"/>
                    <a:gd name="connsiteX12" fmla="*/ 10017 w 24554"/>
                    <a:gd name="connsiteY12" fmla="*/ 45607 h 45607"/>
                    <a:gd name="connsiteX13" fmla="*/ 0 w 24554"/>
                    <a:gd name="connsiteY13" fmla="*/ 45607 h 45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554" h="45607">
                      <a:moveTo>
                        <a:pt x="0" y="45607"/>
                      </a:moveTo>
                      <a:lnTo>
                        <a:pt x="0" y="603"/>
                      </a:lnTo>
                      <a:lnTo>
                        <a:pt x="9515" y="603"/>
                      </a:lnTo>
                      <a:lnTo>
                        <a:pt x="9744" y="8309"/>
                      </a:lnTo>
                      <a:cubicBezTo>
                        <a:pt x="10979" y="5812"/>
                        <a:pt x="12744" y="3817"/>
                        <a:pt x="15025" y="2282"/>
                      </a:cubicBezTo>
                      <a:cubicBezTo>
                        <a:pt x="17322" y="761"/>
                        <a:pt x="20206" y="0"/>
                        <a:pt x="23679" y="0"/>
                      </a:cubicBezTo>
                      <a:lnTo>
                        <a:pt x="24555" y="0"/>
                      </a:lnTo>
                      <a:lnTo>
                        <a:pt x="24555" y="8725"/>
                      </a:lnTo>
                      <a:lnTo>
                        <a:pt x="23493" y="8725"/>
                      </a:lnTo>
                      <a:cubicBezTo>
                        <a:pt x="21426" y="8725"/>
                        <a:pt x="19560" y="8955"/>
                        <a:pt x="17881" y="9386"/>
                      </a:cubicBezTo>
                      <a:cubicBezTo>
                        <a:pt x="16202" y="9830"/>
                        <a:pt x="14724" y="10519"/>
                        <a:pt x="13433" y="11423"/>
                      </a:cubicBezTo>
                      <a:cubicBezTo>
                        <a:pt x="12141" y="12328"/>
                        <a:pt x="11007" y="13461"/>
                        <a:pt x="10017" y="14825"/>
                      </a:cubicBezTo>
                      <a:lnTo>
                        <a:pt x="10017" y="45607"/>
                      </a:lnTo>
                      <a:lnTo>
                        <a:pt x="0" y="45607"/>
                      </a:ln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 129">
                  <a:extLst>
                    <a:ext uri="{FF2B5EF4-FFF2-40B4-BE49-F238E27FC236}">
                      <a16:creationId xmlns:a16="http://schemas.microsoft.com/office/drawing/2014/main" id="{FB75BB2E-5D18-B72B-7C66-BADC36B65EC0}"/>
                    </a:ext>
                  </a:extLst>
                </p:cNvPr>
                <p:cNvSpPr/>
                <p:nvPr/>
              </p:nvSpPr>
              <p:spPr>
                <a:xfrm>
                  <a:off x="11670159" y="6601822"/>
                  <a:ext cx="44043" cy="46568"/>
                </a:xfrm>
                <a:custGeom>
                  <a:avLst/>
                  <a:gdLst>
                    <a:gd name="connsiteX0" fmla="*/ 21842 w 44043"/>
                    <a:gd name="connsiteY0" fmla="*/ 46569 h 46568"/>
                    <a:gd name="connsiteX1" fmla="*/ 10232 w 44043"/>
                    <a:gd name="connsiteY1" fmla="*/ 43828 h 46568"/>
                    <a:gd name="connsiteX2" fmla="*/ 2655 w 44043"/>
                    <a:gd name="connsiteY2" fmla="*/ 35892 h 46568"/>
                    <a:gd name="connsiteX3" fmla="*/ 0 w 44043"/>
                    <a:gd name="connsiteY3" fmla="*/ 23450 h 46568"/>
                    <a:gd name="connsiteX4" fmla="*/ 2655 w 44043"/>
                    <a:gd name="connsiteY4" fmla="*/ 10806 h 46568"/>
                    <a:gd name="connsiteX5" fmla="*/ 10232 w 44043"/>
                    <a:gd name="connsiteY5" fmla="*/ 2770 h 46568"/>
                    <a:gd name="connsiteX6" fmla="*/ 21842 w 44043"/>
                    <a:gd name="connsiteY6" fmla="*/ 0 h 46568"/>
                    <a:gd name="connsiteX7" fmla="*/ 33682 w 44043"/>
                    <a:gd name="connsiteY7" fmla="*/ 2770 h 46568"/>
                    <a:gd name="connsiteX8" fmla="*/ 41345 w 44043"/>
                    <a:gd name="connsiteY8" fmla="*/ 10806 h 46568"/>
                    <a:gd name="connsiteX9" fmla="*/ 44043 w 44043"/>
                    <a:gd name="connsiteY9" fmla="*/ 23450 h 46568"/>
                    <a:gd name="connsiteX10" fmla="*/ 41345 w 44043"/>
                    <a:gd name="connsiteY10" fmla="*/ 35892 h 46568"/>
                    <a:gd name="connsiteX11" fmla="*/ 33682 w 44043"/>
                    <a:gd name="connsiteY11" fmla="*/ 43828 h 46568"/>
                    <a:gd name="connsiteX12" fmla="*/ 21842 w 44043"/>
                    <a:gd name="connsiteY12" fmla="*/ 46569 h 46568"/>
                    <a:gd name="connsiteX13" fmla="*/ 21842 w 44043"/>
                    <a:gd name="connsiteY13" fmla="*/ 38805 h 46568"/>
                    <a:gd name="connsiteX14" fmla="*/ 29003 w 44043"/>
                    <a:gd name="connsiteY14" fmla="*/ 36767 h 46568"/>
                    <a:gd name="connsiteX15" fmla="*/ 32749 w 44043"/>
                    <a:gd name="connsiteY15" fmla="*/ 31256 h 46568"/>
                    <a:gd name="connsiteX16" fmla="*/ 33854 w 44043"/>
                    <a:gd name="connsiteY16" fmla="*/ 23435 h 46568"/>
                    <a:gd name="connsiteX17" fmla="*/ 32749 w 44043"/>
                    <a:gd name="connsiteY17" fmla="*/ 15456 h 46568"/>
                    <a:gd name="connsiteX18" fmla="*/ 29003 w 44043"/>
                    <a:gd name="connsiteY18" fmla="*/ 9845 h 46568"/>
                    <a:gd name="connsiteX19" fmla="*/ 21842 w 44043"/>
                    <a:gd name="connsiteY19" fmla="*/ 7793 h 46568"/>
                    <a:gd name="connsiteX20" fmla="*/ 14968 w 44043"/>
                    <a:gd name="connsiteY20" fmla="*/ 9845 h 46568"/>
                    <a:gd name="connsiteX21" fmla="*/ 11323 w 44043"/>
                    <a:gd name="connsiteY21" fmla="*/ 15456 h 46568"/>
                    <a:gd name="connsiteX22" fmla="*/ 10218 w 44043"/>
                    <a:gd name="connsiteY22" fmla="*/ 23435 h 46568"/>
                    <a:gd name="connsiteX23" fmla="*/ 11323 w 44043"/>
                    <a:gd name="connsiteY23" fmla="*/ 31256 h 46568"/>
                    <a:gd name="connsiteX24" fmla="*/ 14968 w 44043"/>
                    <a:gd name="connsiteY24" fmla="*/ 36767 h 46568"/>
                    <a:gd name="connsiteX25" fmla="*/ 21842 w 44043"/>
                    <a:gd name="connsiteY25" fmla="*/ 38805 h 46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4043" h="46568">
                      <a:moveTo>
                        <a:pt x="21842" y="46569"/>
                      </a:moveTo>
                      <a:cubicBezTo>
                        <a:pt x="17379" y="46569"/>
                        <a:pt x="13504" y="45651"/>
                        <a:pt x="10232" y="43828"/>
                      </a:cubicBezTo>
                      <a:cubicBezTo>
                        <a:pt x="6960" y="41991"/>
                        <a:pt x="4434" y="39350"/>
                        <a:pt x="2655" y="35892"/>
                      </a:cubicBezTo>
                      <a:cubicBezTo>
                        <a:pt x="890" y="32419"/>
                        <a:pt x="0" y="28286"/>
                        <a:pt x="0" y="23450"/>
                      </a:cubicBezTo>
                      <a:cubicBezTo>
                        <a:pt x="0" y="18613"/>
                        <a:pt x="890" y="14308"/>
                        <a:pt x="2655" y="10806"/>
                      </a:cubicBezTo>
                      <a:cubicBezTo>
                        <a:pt x="4420" y="7305"/>
                        <a:pt x="6946" y="4621"/>
                        <a:pt x="10232" y="2770"/>
                      </a:cubicBezTo>
                      <a:cubicBezTo>
                        <a:pt x="13519" y="918"/>
                        <a:pt x="17379" y="0"/>
                        <a:pt x="21842" y="0"/>
                      </a:cubicBezTo>
                      <a:cubicBezTo>
                        <a:pt x="26305" y="0"/>
                        <a:pt x="30381" y="918"/>
                        <a:pt x="33682" y="2770"/>
                      </a:cubicBezTo>
                      <a:cubicBezTo>
                        <a:pt x="36983" y="4621"/>
                        <a:pt x="39551" y="7290"/>
                        <a:pt x="41345" y="10806"/>
                      </a:cubicBezTo>
                      <a:cubicBezTo>
                        <a:pt x="43139" y="14322"/>
                        <a:pt x="44043" y="18527"/>
                        <a:pt x="44043" y="23450"/>
                      </a:cubicBezTo>
                      <a:cubicBezTo>
                        <a:pt x="44043" y="28372"/>
                        <a:pt x="43139" y="32419"/>
                        <a:pt x="41345" y="35892"/>
                      </a:cubicBezTo>
                      <a:cubicBezTo>
                        <a:pt x="39551" y="39350"/>
                        <a:pt x="36983" y="42005"/>
                        <a:pt x="33682" y="43828"/>
                      </a:cubicBezTo>
                      <a:cubicBezTo>
                        <a:pt x="30381" y="45651"/>
                        <a:pt x="26435" y="46569"/>
                        <a:pt x="21842" y="46569"/>
                      </a:cubicBezTo>
                      <a:close/>
                      <a:moveTo>
                        <a:pt x="21842" y="38805"/>
                      </a:moveTo>
                      <a:cubicBezTo>
                        <a:pt x="24856" y="38805"/>
                        <a:pt x="27238" y="38131"/>
                        <a:pt x="29003" y="36767"/>
                      </a:cubicBezTo>
                      <a:cubicBezTo>
                        <a:pt x="30769" y="35404"/>
                        <a:pt x="32003" y="33581"/>
                        <a:pt x="32749" y="31256"/>
                      </a:cubicBezTo>
                      <a:cubicBezTo>
                        <a:pt x="33481" y="28932"/>
                        <a:pt x="33854" y="26320"/>
                        <a:pt x="33854" y="23435"/>
                      </a:cubicBezTo>
                      <a:cubicBezTo>
                        <a:pt x="33854" y="20551"/>
                        <a:pt x="33481" y="17810"/>
                        <a:pt x="32749" y="15456"/>
                      </a:cubicBezTo>
                      <a:cubicBezTo>
                        <a:pt x="32017" y="13102"/>
                        <a:pt x="30769" y="11222"/>
                        <a:pt x="29003" y="9845"/>
                      </a:cubicBezTo>
                      <a:cubicBezTo>
                        <a:pt x="27253" y="8467"/>
                        <a:pt x="24870" y="7793"/>
                        <a:pt x="21842" y="7793"/>
                      </a:cubicBezTo>
                      <a:cubicBezTo>
                        <a:pt x="18814" y="7793"/>
                        <a:pt x="16662" y="8481"/>
                        <a:pt x="14968" y="9845"/>
                      </a:cubicBezTo>
                      <a:cubicBezTo>
                        <a:pt x="13275" y="11208"/>
                        <a:pt x="12055" y="13088"/>
                        <a:pt x="11323" y="15456"/>
                      </a:cubicBezTo>
                      <a:cubicBezTo>
                        <a:pt x="10591" y="17824"/>
                        <a:pt x="10218" y="20493"/>
                        <a:pt x="10218" y="23435"/>
                      </a:cubicBezTo>
                      <a:cubicBezTo>
                        <a:pt x="10218" y="26377"/>
                        <a:pt x="10591" y="28932"/>
                        <a:pt x="11323" y="31256"/>
                      </a:cubicBezTo>
                      <a:cubicBezTo>
                        <a:pt x="12055" y="33581"/>
                        <a:pt x="13275" y="35418"/>
                        <a:pt x="14968" y="36767"/>
                      </a:cubicBezTo>
                      <a:cubicBezTo>
                        <a:pt x="16662" y="38116"/>
                        <a:pt x="18958" y="38805"/>
                        <a:pt x="21842" y="38805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131" name="Gráfico 3">
                  <a:extLst>
                    <a:ext uri="{FF2B5EF4-FFF2-40B4-BE49-F238E27FC236}">
                      <a16:creationId xmlns:a16="http://schemas.microsoft.com/office/drawing/2014/main" id="{614E15AF-EA47-51D9-F85D-68246AA2FBDA}"/>
                    </a:ext>
                  </a:extLst>
                </p:cNvPr>
                <p:cNvGrpSpPr/>
                <p:nvPr/>
              </p:nvGrpSpPr>
              <p:grpSpPr>
                <a:xfrm>
                  <a:off x="11748401" y="6585519"/>
                  <a:ext cx="94271" cy="62929"/>
                  <a:chOff x="11748401" y="6585519"/>
                  <a:chExt cx="94271" cy="62929"/>
                </a:xfrm>
                <a:grpFill/>
              </p:grpSpPr>
              <p:sp>
                <p:nvSpPr>
                  <p:cNvPr id="147" name="Forma Livre 146">
                    <a:extLst>
                      <a:ext uri="{FF2B5EF4-FFF2-40B4-BE49-F238E27FC236}">
                        <a16:creationId xmlns:a16="http://schemas.microsoft.com/office/drawing/2014/main" id="{B7A990ED-6B6C-6DE1-A3D1-E1B08C1C6AE2}"/>
                      </a:ext>
                    </a:extLst>
                  </p:cNvPr>
                  <p:cNvSpPr/>
                  <p:nvPr/>
                </p:nvSpPr>
                <p:spPr>
                  <a:xfrm>
                    <a:off x="11748401" y="6585519"/>
                    <a:ext cx="42651" cy="62929"/>
                  </a:xfrm>
                  <a:custGeom>
                    <a:avLst/>
                    <a:gdLst>
                      <a:gd name="connsiteX0" fmla="*/ 17867 w 42651"/>
                      <a:gd name="connsiteY0" fmla="*/ 62915 h 62929"/>
                      <a:gd name="connsiteX1" fmla="*/ 8568 w 42651"/>
                      <a:gd name="connsiteY1" fmla="*/ 60332 h 62929"/>
                      <a:gd name="connsiteX2" fmla="*/ 2267 w 42651"/>
                      <a:gd name="connsiteY2" fmla="*/ 52510 h 62929"/>
                      <a:gd name="connsiteX3" fmla="*/ 0 w 42651"/>
                      <a:gd name="connsiteY3" fmla="*/ 39422 h 62929"/>
                      <a:gd name="connsiteX4" fmla="*/ 2425 w 42651"/>
                      <a:gd name="connsiteY4" fmla="*/ 26564 h 62929"/>
                      <a:gd name="connsiteX5" fmla="*/ 9113 w 42651"/>
                      <a:gd name="connsiteY5" fmla="*/ 18900 h 62929"/>
                      <a:gd name="connsiteX6" fmla="*/ 18972 w 42651"/>
                      <a:gd name="connsiteY6" fmla="*/ 16346 h 62929"/>
                      <a:gd name="connsiteX7" fmla="*/ 27138 w 42651"/>
                      <a:gd name="connsiteY7" fmla="*/ 18384 h 62929"/>
                      <a:gd name="connsiteX8" fmla="*/ 32677 w 42651"/>
                      <a:gd name="connsiteY8" fmla="*/ 23780 h 62929"/>
                      <a:gd name="connsiteX9" fmla="*/ 32677 w 42651"/>
                      <a:gd name="connsiteY9" fmla="*/ 0 h 62929"/>
                      <a:gd name="connsiteX10" fmla="*/ 42651 w 42651"/>
                      <a:gd name="connsiteY10" fmla="*/ 0 h 62929"/>
                      <a:gd name="connsiteX11" fmla="*/ 42651 w 42651"/>
                      <a:gd name="connsiteY11" fmla="*/ 62140 h 62929"/>
                      <a:gd name="connsiteX12" fmla="*/ 33194 w 42651"/>
                      <a:gd name="connsiteY12" fmla="*/ 62140 h 62929"/>
                      <a:gd name="connsiteX13" fmla="*/ 32692 w 42651"/>
                      <a:gd name="connsiteY13" fmla="*/ 55682 h 62929"/>
                      <a:gd name="connsiteX14" fmla="*/ 26650 w 42651"/>
                      <a:gd name="connsiteY14" fmla="*/ 60949 h 62929"/>
                      <a:gd name="connsiteX15" fmla="*/ 17881 w 42651"/>
                      <a:gd name="connsiteY15" fmla="*/ 62929 h 62929"/>
                      <a:gd name="connsiteX16" fmla="*/ 20450 w 42651"/>
                      <a:gd name="connsiteY16" fmla="*/ 55108 h 62929"/>
                      <a:gd name="connsiteX17" fmla="*/ 27927 w 42651"/>
                      <a:gd name="connsiteY17" fmla="*/ 52869 h 62929"/>
                      <a:gd name="connsiteX18" fmla="*/ 32677 w 42651"/>
                      <a:gd name="connsiteY18" fmla="*/ 47545 h 62929"/>
                      <a:gd name="connsiteX19" fmla="*/ 32677 w 42651"/>
                      <a:gd name="connsiteY19" fmla="*/ 32261 h 62929"/>
                      <a:gd name="connsiteX20" fmla="*/ 28228 w 42651"/>
                      <a:gd name="connsiteY20" fmla="*/ 26521 h 62929"/>
                      <a:gd name="connsiteX21" fmla="*/ 21182 w 42651"/>
                      <a:gd name="connsiteY21" fmla="*/ 24138 h 62929"/>
                      <a:gd name="connsiteX22" fmla="*/ 13016 w 42651"/>
                      <a:gd name="connsiteY22" fmla="*/ 28085 h 62929"/>
                      <a:gd name="connsiteX23" fmla="*/ 10204 w 42651"/>
                      <a:gd name="connsiteY23" fmla="*/ 39365 h 62929"/>
                      <a:gd name="connsiteX24" fmla="*/ 12858 w 42651"/>
                      <a:gd name="connsiteY24" fmla="*/ 51161 h 62929"/>
                      <a:gd name="connsiteX25" fmla="*/ 20450 w 42651"/>
                      <a:gd name="connsiteY25" fmla="*/ 55108 h 629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42651" h="62929">
                        <a:moveTo>
                          <a:pt x="17867" y="62915"/>
                        </a:moveTo>
                        <a:cubicBezTo>
                          <a:pt x="14365" y="62915"/>
                          <a:pt x="11266" y="62054"/>
                          <a:pt x="8568" y="60332"/>
                        </a:cubicBezTo>
                        <a:cubicBezTo>
                          <a:pt x="5870" y="58609"/>
                          <a:pt x="3774" y="55998"/>
                          <a:pt x="2267" y="52510"/>
                        </a:cubicBezTo>
                        <a:cubicBezTo>
                          <a:pt x="761" y="49023"/>
                          <a:pt x="0" y="44660"/>
                          <a:pt x="0" y="39422"/>
                        </a:cubicBezTo>
                        <a:cubicBezTo>
                          <a:pt x="0" y="34184"/>
                          <a:pt x="804" y="29965"/>
                          <a:pt x="2425" y="26564"/>
                        </a:cubicBezTo>
                        <a:cubicBezTo>
                          <a:pt x="4047" y="23163"/>
                          <a:pt x="6271" y="20622"/>
                          <a:pt x="9113" y="18900"/>
                        </a:cubicBezTo>
                        <a:cubicBezTo>
                          <a:pt x="11954" y="17193"/>
                          <a:pt x="15241" y="16346"/>
                          <a:pt x="18972" y="16346"/>
                        </a:cubicBezTo>
                        <a:cubicBezTo>
                          <a:pt x="22115" y="16346"/>
                          <a:pt x="24842" y="17020"/>
                          <a:pt x="27138" y="18384"/>
                        </a:cubicBezTo>
                        <a:cubicBezTo>
                          <a:pt x="29434" y="19747"/>
                          <a:pt x="31285" y="21541"/>
                          <a:pt x="32677" y="23780"/>
                        </a:cubicBezTo>
                        <a:lnTo>
                          <a:pt x="32677" y="0"/>
                        </a:lnTo>
                        <a:lnTo>
                          <a:pt x="42651" y="0"/>
                        </a:lnTo>
                        <a:lnTo>
                          <a:pt x="42651" y="62140"/>
                        </a:lnTo>
                        <a:lnTo>
                          <a:pt x="33194" y="62140"/>
                        </a:lnTo>
                        <a:lnTo>
                          <a:pt x="32692" y="55682"/>
                        </a:lnTo>
                        <a:cubicBezTo>
                          <a:pt x="31099" y="57863"/>
                          <a:pt x="29075" y="59614"/>
                          <a:pt x="26650" y="60949"/>
                        </a:cubicBezTo>
                        <a:cubicBezTo>
                          <a:pt x="24224" y="62283"/>
                          <a:pt x="21297" y="62929"/>
                          <a:pt x="17881" y="62929"/>
                        </a:cubicBezTo>
                        <a:close/>
                        <a:moveTo>
                          <a:pt x="20450" y="55108"/>
                        </a:moveTo>
                        <a:cubicBezTo>
                          <a:pt x="23406" y="55108"/>
                          <a:pt x="25904" y="54362"/>
                          <a:pt x="27927" y="52869"/>
                        </a:cubicBezTo>
                        <a:cubicBezTo>
                          <a:pt x="29965" y="51377"/>
                          <a:pt x="31543" y="49611"/>
                          <a:pt x="32677" y="47545"/>
                        </a:cubicBezTo>
                        <a:lnTo>
                          <a:pt x="32677" y="32261"/>
                        </a:lnTo>
                        <a:cubicBezTo>
                          <a:pt x="31601" y="30008"/>
                          <a:pt x="30108" y="28099"/>
                          <a:pt x="28228" y="26521"/>
                        </a:cubicBezTo>
                        <a:cubicBezTo>
                          <a:pt x="26334" y="24928"/>
                          <a:pt x="23995" y="24138"/>
                          <a:pt x="21182" y="24138"/>
                        </a:cubicBezTo>
                        <a:cubicBezTo>
                          <a:pt x="17609" y="24138"/>
                          <a:pt x="14882" y="25444"/>
                          <a:pt x="13016" y="28085"/>
                        </a:cubicBezTo>
                        <a:cubicBezTo>
                          <a:pt x="11136" y="30711"/>
                          <a:pt x="10204" y="34471"/>
                          <a:pt x="10204" y="39365"/>
                        </a:cubicBezTo>
                        <a:cubicBezTo>
                          <a:pt x="10204" y="44589"/>
                          <a:pt x="11093" y="48521"/>
                          <a:pt x="12858" y="51161"/>
                        </a:cubicBezTo>
                        <a:cubicBezTo>
                          <a:pt x="14624" y="53788"/>
                          <a:pt x="17164" y="55108"/>
                          <a:pt x="20450" y="55108"/>
                        </a:cubicBezTo>
                        <a:close/>
                      </a:path>
                    </a:pathLst>
                  </a:custGeom>
                  <a:grpFill/>
                  <a:ln w="142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48" name="Forma Livre 147">
                    <a:extLst>
                      <a:ext uri="{FF2B5EF4-FFF2-40B4-BE49-F238E27FC236}">
                        <a16:creationId xmlns:a16="http://schemas.microsoft.com/office/drawing/2014/main" id="{514405E3-1333-C38F-1417-FB26283BBF68}"/>
                      </a:ext>
                    </a:extLst>
                  </p:cNvPr>
                  <p:cNvSpPr/>
                  <p:nvPr/>
                </p:nvSpPr>
                <p:spPr>
                  <a:xfrm>
                    <a:off x="11802605" y="6601908"/>
                    <a:ext cx="40068" cy="46525"/>
                  </a:xfrm>
                  <a:custGeom>
                    <a:avLst/>
                    <a:gdLst>
                      <a:gd name="connsiteX0" fmla="*/ 14351 w 40068"/>
                      <a:gd name="connsiteY0" fmla="*/ 46526 h 46525"/>
                      <a:gd name="connsiteX1" fmla="*/ 7219 w 40068"/>
                      <a:gd name="connsiteY1" fmla="*/ 45062 h 46525"/>
                      <a:gd name="connsiteX2" fmla="*/ 1980 w 40068"/>
                      <a:gd name="connsiteY2" fmla="*/ 40685 h 46525"/>
                      <a:gd name="connsiteX3" fmla="*/ 0 w 40068"/>
                      <a:gd name="connsiteY3" fmla="*/ 33366 h 46525"/>
                      <a:gd name="connsiteX4" fmla="*/ 3760 w 40068"/>
                      <a:gd name="connsiteY4" fmla="*/ 24081 h 46525"/>
                      <a:gd name="connsiteX5" fmla="*/ 14337 w 40068"/>
                      <a:gd name="connsiteY5" fmla="*/ 19790 h 46525"/>
                      <a:gd name="connsiteX6" fmla="*/ 30281 w 40068"/>
                      <a:gd name="connsiteY6" fmla="*/ 18498 h 46525"/>
                      <a:gd name="connsiteX7" fmla="*/ 30281 w 40068"/>
                      <a:gd name="connsiteY7" fmla="*/ 15729 h 46525"/>
                      <a:gd name="connsiteX8" fmla="*/ 27784 w 40068"/>
                      <a:gd name="connsiteY8" fmla="*/ 8812 h 46525"/>
                      <a:gd name="connsiteX9" fmla="*/ 21455 w 40068"/>
                      <a:gd name="connsiteY9" fmla="*/ 6917 h 46525"/>
                      <a:gd name="connsiteX10" fmla="*/ 14538 w 40068"/>
                      <a:gd name="connsiteY10" fmla="*/ 8955 h 46525"/>
                      <a:gd name="connsiteX11" fmla="*/ 11768 w 40068"/>
                      <a:gd name="connsiteY11" fmla="*/ 15470 h 46525"/>
                      <a:gd name="connsiteX12" fmla="*/ 2310 w 40068"/>
                      <a:gd name="connsiteY12" fmla="*/ 15470 h 46525"/>
                      <a:gd name="connsiteX13" fmla="*/ 4736 w 40068"/>
                      <a:gd name="connsiteY13" fmla="*/ 6444 h 46525"/>
                      <a:gd name="connsiteX14" fmla="*/ 11481 w 40068"/>
                      <a:gd name="connsiteY14" fmla="*/ 1521 h 46525"/>
                      <a:gd name="connsiteX15" fmla="*/ 21469 w 40068"/>
                      <a:gd name="connsiteY15" fmla="*/ 0 h 46525"/>
                      <a:gd name="connsiteX16" fmla="*/ 28673 w 40068"/>
                      <a:gd name="connsiteY16" fmla="*/ 689 h 46525"/>
                      <a:gd name="connsiteX17" fmla="*/ 34600 w 40068"/>
                      <a:gd name="connsiteY17" fmla="*/ 3114 h 46525"/>
                      <a:gd name="connsiteX18" fmla="*/ 38619 w 40068"/>
                      <a:gd name="connsiteY18" fmla="*/ 7864 h 46525"/>
                      <a:gd name="connsiteX19" fmla="*/ 40068 w 40068"/>
                      <a:gd name="connsiteY19" fmla="*/ 15600 h 46525"/>
                      <a:gd name="connsiteX20" fmla="*/ 40068 w 40068"/>
                      <a:gd name="connsiteY20" fmla="*/ 45737 h 46525"/>
                      <a:gd name="connsiteX21" fmla="*/ 30740 w 40068"/>
                      <a:gd name="connsiteY21" fmla="*/ 45737 h 46525"/>
                      <a:gd name="connsiteX22" fmla="*/ 30367 w 40068"/>
                      <a:gd name="connsiteY22" fmla="*/ 39408 h 46525"/>
                      <a:gd name="connsiteX23" fmla="*/ 23464 w 40068"/>
                      <a:gd name="connsiteY23" fmla="*/ 44617 h 46525"/>
                      <a:gd name="connsiteX24" fmla="*/ 14351 w 40068"/>
                      <a:gd name="connsiteY24" fmla="*/ 46512 h 46525"/>
                      <a:gd name="connsiteX25" fmla="*/ 17350 w 40068"/>
                      <a:gd name="connsiteY25" fmla="*/ 39422 h 46525"/>
                      <a:gd name="connsiteX26" fmla="*/ 24741 w 40068"/>
                      <a:gd name="connsiteY26" fmla="*/ 37442 h 46525"/>
                      <a:gd name="connsiteX27" fmla="*/ 30195 w 40068"/>
                      <a:gd name="connsiteY27" fmla="*/ 32591 h 46525"/>
                      <a:gd name="connsiteX28" fmla="*/ 30195 w 40068"/>
                      <a:gd name="connsiteY28" fmla="*/ 24425 h 46525"/>
                      <a:gd name="connsiteX29" fmla="*/ 14595 w 40068"/>
                      <a:gd name="connsiteY29" fmla="*/ 26463 h 46525"/>
                      <a:gd name="connsiteX30" fmla="*/ 9974 w 40068"/>
                      <a:gd name="connsiteY30" fmla="*/ 32878 h 46525"/>
                      <a:gd name="connsiteX31" fmla="*/ 11940 w 40068"/>
                      <a:gd name="connsiteY31" fmla="*/ 37729 h 46525"/>
                      <a:gd name="connsiteX32" fmla="*/ 17365 w 40068"/>
                      <a:gd name="connsiteY32" fmla="*/ 39437 h 46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40068" h="46525">
                        <a:moveTo>
                          <a:pt x="14351" y="46526"/>
                        </a:moveTo>
                        <a:cubicBezTo>
                          <a:pt x="11768" y="46526"/>
                          <a:pt x="9386" y="46038"/>
                          <a:pt x="7219" y="45062"/>
                        </a:cubicBezTo>
                        <a:cubicBezTo>
                          <a:pt x="5052" y="44101"/>
                          <a:pt x="3301" y="42637"/>
                          <a:pt x="1980" y="40685"/>
                        </a:cubicBezTo>
                        <a:cubicBezTo>
                          <a:pt x="660" y="38733"/>
                          <a:pt x="0" y="36294"/>
                          <a:pt x="0" y="33366"/>
                        </a:cubicBezTo>
                        <a:cubicBezTo>
                          <a:pt x="0" y="29276"/>
                          <a:pt x="1249" y="26176"/>
                          <a:pt x="3760" y="24081"/>
                        </a:cubicBezTo>
                        <a:cubicBezTo>
                          <a:pt x="6271" y="21986"/>
                          <a:pt x="9787" y="20565"/>
                          <a:pt x="14337" y="19790"/>
                        </a:cubicBezTo>
                        <a:cubicBezTo>
                          <a:pt x="18886" y="19015"/>
                          <a:pt x="24196" y="18585"/>
                          <a:pt x="30281" y="18498"/>
                        </a:cubicBezTo>
                        <a:lnTo>
                          <a:pt x="30281" y="15729"/>
                        </a:lnTo>
                        <a:cubicBezTo>
                          <a:pt x="30281" y="12371"/>
                          <a:pt x="29448" y="10060"/>
                          <a:pt x="27784" y="8812"/>
                        </a:cubicBezTo>
                        <a:cubicBezTo>
                          <a:pt x="26119" y="7563"/>
                          <a:pt x="24009" y="6917"/>
                          <a:pt x="21455" y="6917"/>
                        </a:cubicBezTo>
                        <a:cubicBezTo>
                          <a:pt x="18685" y="6917"/>
                          <a:pt x="16374" y="7592"/>
                          <a:pt x="14538" y="8955"/>
                        </a:cubicBezTo>
                        <a:cubicBezTo>
                          <a:pt x="12701" y="10318"/>
                          <a:pt x="11768" y="12471"/>
                          <a:pt x="11768" y="15470"/>
                        </a:cubicBezTo>
                        <a:lnTo>
                          <a:pt x="2310" y="15470"/>
                        </a:lnTo>
                        <a:cubicBezTo>
                          <a:pt x="2310" y="11725"/>
                          <a:pt x="3114" y="8711"/>
                          <a:pt x="4736" y="6444"/>
                        </a:cubicBezTo>
                        <a:cubicBezTo>
                          <a:pt x="6357" y="4176"/>
                          <a:pt x="8596" y="2540"/>
                          <a:pt x="11481" y="1521"/>
                        </a:cubicBezTo>
                        <a:cubicBezTo>
                          <a:pt x="14365" y="502"/>
                          <a:pt x="17695" y="0"/>
                          <a:pt x="21469" y="0"/>
                        </a:cubicBezTo>
                        <a:cubicBezTo>
                          <a:pt x="24024" y="0"/>
                          <a:pt x="26420" y="230"/>
                          <a:pt x="28673" y="689"/>
                        </a:cubicBezTo>
                        <a:cubicBezTo>
                          <a:pt x="30926" y="1148"/>
                          <a:pt x="32893" y="1952"/>
                          <a:pt x="34600" y="3114"/>
                        </a:cubicBezTo>
                        <a:cubicBezTo>
                          <a:pt x="36308" y="4262"/>
                          <a:pt x="37643" y="5855"/>
                          <a:pt x="38619" y="7864"/>
                        </a:cubicBezTo>
                        <a:cubicBezTo>
                          <a:pt x="39594" y="9888"/>
                          <a:pt x="40068" y="12457"/>
                          <a:pt x="40068" y="15600"/>
                        </a:cubicBezTo>
                        <a:lnTo>
                          <a:pt x="40068" y="45737"/>
                        </a:lnTo>
                        <a:lnTo>
                          <a:pt x="30740" y="45737"/>
                        </a:lnTo>
                        <a:lnTo>
                          <a:pt x="30367" y="39408"/>
                        </a:lnTo>
                        <a:cubicBezTo>
                          <a:pt x="28401" y="41618"/>
                          <a:pt x="26090" y="43369"/>
                          <a:pt x="23464" y="44617"/>
                        </a:cubicBezTo>
                        <a:cubicBezTo>
                          <a:pt x="20838" y="45866"/>
                          <a:pt x="17795" y="46512"/>
                          <a:pt x="14351" y="46512"/>
                        </a:cubicBezTo>
                        <a:close/>
                        <a:moveTo>
                          <a:pt x="17350" y="39422"/>
                        </a:moveTo>
                        <a:cubicBezTo>
                          <a:pt x="20063" y="39422"/>
                          <a:pt x="22517" y="38762"/>
                          <a:pt x="24741" y="37442"/>
                        </a:cubicBezTo>
                        <a:cubicBezTo>
                          <a:pt x="26966" y="36121"/>
                          <a:pt x="28774" y="34500"/>
                          <a:pt x="30195" y="32591"/>
                        </a:cubicBezTo>
                        <a:lnTo>
                          <a:pt x="30195" y="24425"/>
                        </a:lnTo>
                        <a:cubicBezTo>
                          <a:pt x="22875" y="24454"/>
                          <a:pt x="17666" y="25129"/>
                          <a:pt x="14595" y="26463"/>
                        </a:cubicBezTo>
                        <a:cubicBezTo>
                          <a:pt x="11524" y="27784"/>
                          <a:pt x="9974" y="29922"/>
                          <a:pt x="9974" y="32878"/>
                        </a:cubicBezTo>
                        <a:cubicBezTo>
                          <a:pt x="9974" y="34973"/>
                          <a:pt x="10620" y="36581"/>
                          <a:pt x="11940" y="37729"/>
                        </a:cubicBezTo>
                        <a:cubicBezTo>
                          <a:pt x="13260" y="38877"/>
                          <a:pt x="15054" y="39437"/>
                          <a:pt x="17365" y="39437"/>
                        </a:cubicBezTo>
                        <a:close/>
                      </a:path>
                    </a:pathLst>
                  </a:custGeom>
                  <a:grpFill/>
                  <a:ln w="142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32" name="Gráfico 3">
                  <a:extLst>
                    <a:ext uri="{FF2B5EF4-FFF2-40B4-BE49-F238E27FC236}">
                      <a16:creationId xmlns:a16="http://schemas.microsoft.com/office/drawing/2014/main" id="{771C48C4-63F6-DD61-40EE-F89FBECC5E85}"/>
                    </a:ext>
                  </a:extLst>
                </p:cNvPr>
                <p:cNvGrpSpPr/>
                <p:nvPr/>
              </p:nvGrpSpPr>
              <p:grpSpPr>
                <a:xfrm>
                  <a:off x="11876785" y="6585003"/>
                  <a:ext cx="109498" cy="63474"/>
                  <a:chOff x="11876785" y="6585003"/>
                  <a:chExt cx="109498" cy="63474"/>
                </a:xfrm>
                <a:grpFill/>
              </p:grpSpPr>
              <p:sp>
                <p:nvSpPr>
                  <p:cNvPr id="144" name="Forma Livre 143">
                    <a:extLst>
                      <a:ext uri="{FF2B5EF4-FFF2-40B4-BE49-F238E27FC236}">
                        <a16:creationId xmlns:a16="http://schemas.microsoft.com/office/drawing/2014/main" id="{9C6B7543-7590-E5EC-273A-D59DA6B44D75}"/>
                      </a:ext>
                    </a:extLst>
                  </p:cNvPr>
                  <p:cNvSpPr/>
                  <p:nvPr/>
                </p:nvSpPr>
                <p:spPr>
                  <a:xfrm>
                    <a:off x="11876785" y="6585505"/>
                    <a:ext cx="38231" cy="62139"/>
                  </a:xfrm>
                  <a:custGeom>
                    <a:avLst/>
                    <a:gdLst>
                      <a:gd name="connsiteX0" fmla="*/ 0 w 38231"/>
                      <a:gd name="connsiteY0" fmla="*/ 62140 h 62139"/>
                      <a:gd name="connsiteX1" fmla="*/ 0 w 38231"/>
                      <a:gd name="connsiteY1" fmla="*/ 0 h 62139"/>
                      <a:gd name="connsiteX2" fmla="*/ 10620 w 38231"/>
                      <a:gd name="connsiteY2" fmla="*/ 0 h 62139"/>
                      <a:gd name="connsiteX3" fmla="*/ 10620 w 38231"/>
                      <a:gd name="connsiteY3" fmla="*/ 52855 h 62139"/>
                      <a:gd name="connsiteX4" fmla="*/ 38231 w 38231"/>
                      <a:gd name="connsiteY4" fmla="*/ 52855 h 62139"/>
                      <a:gd name="connsiteX5" fmla="*/ 38231 w 38231"/>
                      <a:gd name="connsiteY5" fmla="*/ 62140 h 62139"/>
                      <a:gd name="connsiteX6" fmla="*/ 14 w 38231"/>
                      <a:gd name="connsiteY6" fmla="*/ 62140 h 621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231" h="62139">
                        <a:moveTo>
                          <a:pt x="0" y="62140"/>
                        </a:moveTo>
                        <a:lnTo>
                          <a:pt x="0" y="0"/>
                        </a:lnTo>
                        <a:lnTo>
                          <a:pt x="10620" y="0"/>
                        </a:lnTo>
                        <a:lnTo>
                          <a:pt x="10620" y="52855"/>
                        </a:lnTo>
                        <a:lnTo>
                          <a:pt x="38231" y="52855"/>
                        </a:lnTo>
                        <a:lnTo>
                          <a:pt x="38231" y="62140"/>
                        </a:lnTo>
                        <a:lnTo>
                          <a:pt x="14" y="62140"/>
                        </a:lnTo>
                        <a:close/>
                      </a:path>
                    </a:pathLst>
                  </a:custGeom>
                  <a:grpFill/>
                  <a:ln w="142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45" name="Forma Livre 144">
                    <a:extLst>
                      <a:ext uri="{FF2B5EF4-FFF2-40B4-BE49-F238E27FC236}">
                        <a16:creationId xmlns:a16="http://schemas.microsoft.com/office/drawing/2014/main" id="{C62DFE57-62A2-41AD-1CC1-562886E1488B}"/>
                      </a:ext>
                    </a:extLst>
                  </p:cNvPr>
                  <p:cNvSpPr/>
                  <p:nvPr/>
                </p:nvSpPr>
                <p:spPr>
                  <a:xfrm>
                    <a:off x="11921804" y="6601894"/>
                    <a:ext cx="42005" cy="46583"/>
                  </a:xfrm>
                  <a:custGeom>
                    <a:avLst/>
                    <a:gdLst>
                      <a:gd name="connsiteX0" fmla="*/ 22101 w 42005"/>
                      <a:gd name="connsiteY0" fmla="*/ 46583 h 46583"/>
                      <a:gd name="connsiteX1" fmla="*/ 9802 w 42005"/>
                      <a:gd name="connsiteY1" fmla="*/ 43656 h 46583"/>
                      <a:gd name="connsiteX2" fmla="*/ 2440 w 42005"/>
                      <a:gd name="connsiteY2" fmla="*/ 35433 h 46583"/>
                      <a:gd name="connsiteX3" fmla="*/ 0 w 42005"/>
                      <a:gd name="connsiteY3" fmla="*/ 23177 h 46583"/>
                      <a:gd name="connsiteX4" fmla="*/ 2382 w 42005"/>
                      <a:gd name="connsiteY4" fmla="*/ 10964 h 46583"/>
                      <a:gd name="connsiteX5" fmla="*/ 9486 w 42005"/>
                      <a:gd name="connsiteY5" fmla="*/ 2885 h 46583"/>
                      <a:gd name="connsiteX6" fmla="*/ 21326 w 42005"/>
                      <a:gd name="connsiteY6" fmla="*/ 0 h 46583"/>
                      <a:gd name="connsiteX7" fmla="*/ 36466 w 42005"/>
                      <a:gd name="connsiteY7" fmla="*/ 5726 h 46583"/>
                      <a:gd name="connsiteX8" fmla="*/ 42005 w 42005"/>
                      <a:gd name="connsiteY8" fmla="*/ 22072 h 46583"/>
                      <a:gd name="connsiteX9" fmla="*/ 41934 w 42005"/>
                      <a:gd name="connsiteY9" fmla="*/ 23665 h 46583"/>
                      <a:gd name="connsiteX10" fmla="*/ 41776 w 42005"/>
                      <a:gd name="connsiteY10" fmla="*/ 25028 h 46583"/>
                      <a:gd name="connsiteX11" fmla="*/ 9974 w 42005"/>
                      <a:gd name="connsiteY11" fmla="*/ 25028 h 46583"/>
                      <a:gd name="connsiteX12" fmla="*/ 11237 w 42005"/>
                      <a:gd name="connsiteY12" fmla="*/ 32060 h 46583"/>
                      <a:gd name="connsiteX13" fmla="*/ 15140 w 42005"/>
                      <a:gd name="connsiteY13" fmla="*/ 37212 h 46583"/>
                      <a:gd name="connsiteX14" fmla="*/ 22115 w 42005"/>
                      <a:gd name="connsiteY14" fmla="*/ 39150 h 46583"/>
                      <a:gd name="connsiteX15" fmla="*/ 29362 w 42005"/>
                      <a:gd name="connsiteY15" fmla="*/ 37097 h 46583"/>
                      <a:gd name="connsiteX16" fmla="*/ 32132 w 42005"/>
                      <a:gd name="connsiteY16" fmla="*/ 31027 h 46583"/>
                      <a:gd name="connsiteX17" fmla="*/ 41962 w 42005"/>
                      <a:gd name="connsiteY17" fmla="*/ 31027 h 46583"/>
                      <a:gd name="connsiteX18" fmla="*/ 39264 w 42005"/>
                      <a:gd name="connsiteY18" fmla="*/ 39494 h 46583"/>
                      <a:gd name="connsiteX19" fmla="*/ 32433 w 42005"/>
                      <a:gd name="connsiteY19" fmla="*/ 44775 h 46583"/>
                      <a:gd name="connsiteX20" fmla="*/ 22115 w 42005"/>
                      <a:gd name="connsiteY20" fmla="*/ 46569 h 46583"/>
                      <a:gd name="connsiteX21" fmla="*/ 10060 w 42005"/>
                      <a:gd name="connsiteY21" fmla="*/ 18341 h 46583"/>
                      <a:gd name="connsiteX22" fmla="*/ 32074 w 42005"/>
                      <a:gd name="connsiteY22" fmla="*/ 18341 h 46583"/>
                      <a:gd name="connsiteX23" fmla="*/ 29046 w 42005"/>
                      <a:gd name="connsiteY23" fmla="*/ 10060 h 46583"/>
                      <a:gd name="connsiteX24" fmla="*/ 21311 w 42005"/>
                      <a:gd name="connsiteY24" fmla="*/ 7219 h 46583"/>
                      <a:gd name="connsiteX25" fmla="*/ 13390 w 42005"/>
                      <a:gd name="connsiteY25" fmla="*/ 10074 h 46583"/>
                      <a:gd name="connsiteX26" fmla="*/ 10046 w 42005"/>
                      <a:gd name="connsiteY26" fmla="*/ 18341 h 465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42005" h="46583">
                        <a:moveTo>
                          <a:pt x="22101" y="46583"/>
                        </a:moveTo>
                        <a:cubicBezTo>
                          <a:pt x="17178" y="46583"/>
                          <a:pt x="13074" y="45607"/>
                          <a:pt x="9802" y="43656"/>
                        </a:cubicBezTo>
                        <a:cubicBezTo>
                          <a:pt x="6530" y="41704"/>
                          <a:pt x="4076" y="38963"/>
                          <a:pt x="2440" y="35433"/>
                        </a:cubicBezTo>
                        <a:cubicBezTo>
                          <a:pt x="804" y="31902"/>
                          <a:pt x="0" y="27827"/>
                          <a:pt x="0" y="23177"/>
                        </a:cubicBezTo>
                        <a:cubicBezTo>
                          <a:pt x="0" y="18527"/>
                          <a:pt x="789" y="14423"/>
                          <a:pt x="2382" y="10964"/>
                        </a:cubicBezTo>
                        <a:cubicBezTo>
                          <a:pt x="3975" y="7491"/>
                          <a:pt x="6329" y="4808"/>
                          <a:pt x="9486" y="2885"/>
                        </a:cubicBezTo>
                        <a:cubicBezTo>
                          <a:pt x="12643" y="962"/>
                          <a:pt x="16590" y="0"/>
                          <a:pt x="21326" y="0"/>
                        </a:cubicBezTo>
                        <a:cubicBezTo>
                          <a:pt x="27726" y="0"/>
                          <a:pt x="32778" y="1909"/>
                          <a:pt x="36466" y="5726"/>
                        </a:cubicBezTo>
                        <a:cubicBezTo>
                          <a:pt x="40154" y="9543"/>
                          <a:pt x="42005" y="14997"/>
                          <a:pt x="42005" y="22072"/>
                        </a:cubicBezTo>
                        <a:cubicBezTo>
                          <a:pt x="42005" y="22502"/>
                          <a:pt x="41977" y="23033"/>
                          <a:pt x="41934" y="23665"/>
                        </a:cubicBezTo>
                        <a:cubicBezTo>
                          <a:pt x="41891" y="24296"/>
                          <a:pt x="41833" y="24755"/>
                          <a:pt x="41776" y="25028"/>
                        </a:cubicBezTo>
                        <a:lnTo>
                          <a:pt x="9974" y="25028"/>
                        </a:lnTo>
                        <a:cubicBezTo>
                          <a:pt x="10003" y="27583"/>
                          <a:pt x="10433" y="29922"/>
                          <a:pt x="11237" y="32060"/>
                        </a:cubicBezTo>
                        <a:cubicBezTo>
                          <a:pt x="12055" y="34198"/>
                          <a:pt x="13361" y="35921"/>
                          <a:pt x="15140" y="37212"/>
                        </a:cubicBezTo>
                        <a:cubicBezTo>
                          <a:pt x="16920" y="38504"/>
                          <a:pt x="19245" y="39150"/>
                          <a:pt x="22115" y="39150"/>
                        </a:cubicBezTo>
                        <a:cubicBezTo>
                          <a:pt x="25186" y="39150"/>
                          <a:pt x="27611" y="38461"/>
                          <a:pt x="29362" y="37097"/>
                        </a:cubicBezTo>
                        <a:cubicBezTo>
                          <a:pt x="31113" y="35720"/>
                          <a:pt x="32046" y="33696"/>
                          <a:pt x="32132" y="31027"/>
                        </a:cubicBezTo>
                        <a:lnTo>
                          <a:pt x="41962" y="31027"/>
                        </a:lnTo>
                        <a:cubicBezTo>
                          <a:pt x="41804" y="34356"/>
                          <a:pt x="40900" y="37169"/>
                          <a:pt x="39264" y="39494"/>
                        </a:cubicBezTo>
                        <a:cubicBezTo>
                          <a:pt x="37614" y="41819"/>
                          <a:pt x="35347" y="43570"/>
                          <a:pt x="32433" y="44775"/>
                        </a:cubicBezTo>
                        <a:cubicBezTo>
                          <a:pt x="29520" y="45981"/>
                          <a:pt x="26090" y="46569"/>
                          <a:pt x="22115" y="46569"/>
                        </a:cubicBezTo>
                        <a:close/>
                        <a:moveTo>
                          <a:pt x="10060" y="18341"/>
                        </a:moveTo>
                        <a:lnTo>
                          <a:pt x="32074" y="18341"/>
                        </a:lnTo>
                        <a:cubicBezTo>
                          <a:pt x="31988" y="14710"/>
                          <a:pt x="30969" y="11940"/>
                          <a:pt x="29046" y="10060"/>
                        </a:cubicBezTo>
                        <a:cubicBezTo>
                          <a:pt x="27123" y="8166"/>
                          <a:pt x="24540" y="7219"/>
                          <a:pt x="21311" y="7219"/>
                        </a:cubicBezTo>
                        <a:cubicBezTo>
                          <a:pt x="18082" y="7219"/>
                          <a:pt x="15356" y="8180"/>
                          <a:pt x="13390" y="10074"/>
                        </a:cubicBezTo>
                        <a:cubicBezTo>
                          <a:pt x="11438" y="11983"/>
                          <a:pt x="10318" y="14738"/>
                          <a:pt x="10046" y="18341"/>
                        </a:cubicBezTo>
                        <a:close/>
                      </a:path>
                    </a:pathLst>
                  </a:custGeom>
                  <a:grpFill/>
                  <a:ln w="142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46" name="Forma Livre 145">
                    <a:extLst>
                      <a:ext uri="{FF2B5EF4-FFF2-40B4-BE49-F238E27FC236}">
                        <a16:creationId xmlns:a16="http://schemas.microsoft.com/office/drawing/2014/main" id="{3A655FDA-7FDA-108D-1D58-9EC267E93DE5}"/>
                      </a:ext>
                    </a:extLst>
                  </p:cNvPr>
                  <p:cNvSpPr/>
                  <p:nvPr/>
                </p:nvSpPr>
                <p:spPr>
                  <a:xfrm>
                    <a:off x="11974558" y="6585003"/>
                    <a:ext cx="11724" cy="62642"/>
                  </a:xfrm>
                  <a:custGeom>
                    <a:avLst/>
                    <a:gdLst>
                      <a:gd name="connsiteX0" fmla="*/ 5855 w 11724"/>
                      <a:gd name="connsiteY0" fmla="*/ 10433 h 62642"/>
                      <a:gd name="connsiteX1" fmla="*/ 1521 w 11724"/>
                      <a:gd name="connsiteY1" fmla="*/ 8955 h 62642"/>
                      <a:gd name="connsiteX2" fmla="*/ 0 w 11724"/>
                      <a:gd name="connsiteY2" fmla="*/ 5267 h 62642"/>
                      <a:gd name="connsiteX3" fmla="*/ 1521 w 11724"/>
                      <a:gd name="connsiteY3" fmla="*/ 1478 h 62642"/>
                      <a:gd name="connsiteX4" fmla="*/ 5855 w 11724"/>
                      <a:gd name="connsiteY4" fmla="*/ 0 h 62642"/>
                      <a:gd name="connsiteX5" fmla="*/ 10175 w 11724"/>
                      <a:gd name="connsiteY5" fmla="*/ 1478 h 62642"/>
                      <a:gd name="connsiteX6" fmla="*/ 11725 w 11724"/>
                      <a:gd name="connsiteY6" fmla="*/ 5224 h 62642"/>
                      <a:gd name="connsiteX7" fmla="*/ 10175 w 11724"/>
                      <a:gd name="connsiteY7" fmla="*/ 8969 h 62642"/>
                      <a:gd name="connsiteX8" fmla="*/ 5855 w 11724"/>
                      <a:gd name="connsiteY8" fmla="*/ 10448 h 62642"/>
                      <a:gd name="connsiteX9" fmla="*/ 832 w 11724"/>
                      <a:gd name="connsiteY9" fmla="*/ 62642 h 62642"/>
                      <a:gd name="connsiteX10" fmla="*/ 832 w 11724"/>
                      <a:gd name="connsiteY10" fmla="*/ 17637 h 62642"/>
                      <a:gd name="connsiteX11" fmla="*/ 10849 w 11724"/>
                      <a:gd name="connsiteY11" fmla="*/ 17637 h 62642"/>
                      <a:gd name="connsiteX12" fmla="*/ 10849 w 11724"/>
                      <a:gd name="connsiteY12" fmla="*/ 62642 h 62642"/>
                      <a:gd name="connsiteX13" fmla="*/ 832 w 11724"/>
                      <a:gd name="connsiteY13" fmla="*/ 62642 h 626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1724" h="62642">
                        <a:moveTo>
                          <a:pt x="5855" y="10433"/>
                        </a:moveTo>
                        <a:cubicBezTo>
                          <a:pt x="3975" y="10433"/>
                          <a:pt x="2526" y="9945"/>
                          <a:pt x="1521" y="8955"/>
                        </a:cubicBezTo>
                        <a:cubicBezTo>
                          <a:pt x="517" y="7965"/>
                          <a:pt x="0" y="6745"/>
                          <a:pt x="0" y="5267"/>
                        </a:cubicBezTo>
                        <a:cubicBezTo>
                          <a:pt x="0" y="3789"/>
                          <a:pt x="502" y="2468"/>
                          <a:pt x="1521" y="1478"/>
                        </a:cubicBezTo>
                        <a:cubicBezTo>
                          <a:pt x="2540" y="488"/>
                          <a:pt x="3990" y="0"/>
                          <a:pt x="5855" y="0"/>
                        </a:cubicBezTo>
                        <a:cubicBezTo>
                          <a:pt x="7721" y="0"/>
                          <a:pt x="9142" y="488"/>
                          <a:pt x="10175" y="1478"/>
                        </a:cubicBezTo>
                        <a:cubicBezTo>
                          <a:pt x="11208" y="2468"/>
                          <a:pt x="11725" y="3703"/>
                          <a:pt x="11725" y="5224"/>
                        </a:cubicBezTo>
                        <a:cubicBezTo>
                          <a:pt x="11725" y="6745"/>
                          <a:pt x="11208" y="7979"/>
                          <a:pt x="10175" y="8969"/>
                        </a:cubicBezTo>
                        <a:cubicBezTo>
                          <a:pt x="9142" y="9960"/>
                          <a:pt x="7706" y="10448"/>
                          <a:pt x="5855" y="10448"/>
                        </a:cubicBezTo>
                        <a:close/>
                        <a:moveTo>
                          <a:pt x="832" y="62642"/>
                        </a:moveTo>
                        <a:lnTo>
                          <a:pt x="832" y="17637"/>
                        </a:lnTo>
                        <a:lnTo>
                          <a:pt x="10849" y="17637"/>
                        </a:lnTo>
                        <a:lnTo>
                          <a:pt x="10849" y="62642"/>
                        </a:lnTo>
                        <a:lnTo>
                          <a:pt x="832" y="62642"/>
                        </a:lnTo>
                        <a:close/>
                      </a:path>
                    </a:pathLst>
                  </a:custGeom>
                  <a:grpFill/>
                  <a:ln w="142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33" name="Forma Livre 132">
                  <a:extLst>
                    <a:ext uri="{FF2B5EF4-FFF2-40B4-BE49-F238E27FC236}">
                      <a16:creationId xmlns:a16="http://schemas.microsoft.com/office/drawing/2014/main" id="{F5B63F95-971A-C4EE-2A60-B2A9883D4515}"/>
                    </a:ext>
                  </a:extLst>
                </p:cNvPr>
                <p:cNvSpPr/>
                <p:nvPr/>
              </p:nvSpPr>
              <p:spPr>
                <a:xfrm>
                  <a:off x="11438850" y="6684527"/>
                  <a:ext cx="39651" cy="62139"/>
                </a:xfrm>
                <a:custGeom>
                  <a:avLst/>
                  <a:gdLst>
                    <a:gd name="connsiteX0" fmla="*/ 0 w 39651"/>
                    <a:gd name="connsiteY0" fmla="*/ 62140 h 62139"/>
                    <a:gd name="connsiteX1" fmla="*/ 0 w 39651"/>
                    <a:gd name="connsiteY1" fmla="*/ 0 h 62139"/>
                    <a:gd name="connsiteX2" fmla="*/ 39652 w 39651"/>
                    <a:gd name="connsiteY2" fmla="*/ 0 h 62139"/>
                    <a:gd name="connsiteX3" fmla="*/ 39652 w 39651"/>
                    <a:gd name="connsiteY3" fmla="*/ 8869 h 62139"/>
                    <a:gd name="connsiteX4" fmla="*/ 10620 w 39651"/>
                    <a:gd name="connsiteY4" fmla="*/ 8869 h 62139"/>
                    <a:gd name="connsiteX5" fmla="*/ 10620 w 39651"/>
                    <a:gd name="connsiteY5" fmla="*/ 26047 h 62139"/>
                    <a:gd name="connsiteX6" fmla="*/ 36753 w 39651"/>
                    <a:gd name="connsiteY6" fmla="*/ 26047 h 62139"/>
                    <a:gd name="connsiteX7" fmla="*/ 36753 w 39651"/>
                    <a:gd name="connsiteY7" fmla="*/ 34586 h 62139"/>
                    <a:gd name="connsiteX8" fmla="*/ 10620 w 39651"/>
                    <a:gd name="connsiteY8" fmla="*/ 34586 h 62139"/>
                    <a:gd name="connsiteX9" fmla="*/ 10620 w 39651"/>
                    <a:gd name="connsiteY9" fmla="*/ 62140 h 62139"/>
                    <a:gd name="connsiteX10" fmla="*/ 0 w 39651"/>
                    <a:gd name="connsiteY10" fmla="*/ 62140 h 62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9651" h="62139">
                      <a:moveTo>
                        <a:pt x="0" y="62140"/>
                      </a:moveTo>
                      <a:lnTo>
                        <a:pt x="0" y="0"/>
                      </a:lnTo>
                      <a:lnTo>
                        <a:pt x="39652" y="0"/>
                      </a:lnTo>
                      <a:lnTo>
                        <a:pt x="39652" y="8869"/>
                      </a:lnTo>
                      <a:lnTo>
                        <a:pt x="10620" y="8869"/>
                      </a:lnTo>
                      <a:lnTo>
                        <a:pt x="10620" y="26047"/>
                      </a:lnTo>
                      <a:lnTo>
                        <a:pt x="36753" y="26047"/>
                      </a:lnTo>
                      <a:lnTo>
                        <a:pt x="36753" y="34586"/>
                      </a:lnTo>
                      <a:lnTo>
                        <a:pt x="10620" y="34586"/>
                      </a:lnTo>
                      <a:lnTo>
                        <a:pt x="10620" y="62140"/>
                      </a:lnTo>
                      <a:lnTo>
                        <a:pt x="0" y="62140"/>
                      </a:ln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4" name="Forma Livre 133">
                  <a:extLst>
                    <a:ext uri="{FF2B5EF4-FFF2-40B4-BE49-F238E27FC236}">
                      <a16:creationId xmlns:a16="http://schemas.microsoft.com/office/drawing/2014/main" id="{4173FDF7-6F4A-67CE-D068-E3EF17486280}"/>
                    </a:ext>
                  </a:extLst>
                </p:cNvPr>
                <p:cNvSpPr/>
                <p:nvPr/>
              </p:nvSpPr>
              <p:spPr>
                <a:xfrm>
                  <a:off x="11484773" y="6700830"/>
                  <a:ext cx="44043" cy="46568"/>
                </a:xfrm>
                <a:custGeom>
                  <a:avLst/>
                  <a:gdLst>
                    <a:gd name="connsiteX0" fmla="*/ 21842 w 44043"/>
                    <a:gd name="connsiteY0" fmla="*/ 46569 h 46568"/>
                    <a:gd name="connsiteX1" fmla="*/ 10232 w 44043"/>
                    <a:gd name="connsiteY1" fmla="*/ 43828 h 46568"/>
                    <a:gd name="connsiteX2" fmla="*/ 2655 w 44043"/>
                    <a:gd name="connsiteY2" fmla="*/ 35892 h 46568"/>
                    <a:gd name="connsiteX3" fmla="*/ 0 w 44043"/>
                    <a:gd name="connsiteY3" fmla="*/ 23450 h 46568"/>
                    <a:gd name="connsiteX4" fmla="*/ 2655 w 44043"/>
                    <a:gd name="connsiteY4" fmla="*/ 10806 h 46568"/>
                    <a:gd name="connsiteX5" fmla="*/ 10232 w 44043"/>
                    <a:gd name="connsiteY5" fmla="*/ 2770 h 46568"/>
                    <a:gd name="connsiteX6" fmla="*/ 21842 w 44043"/>
                    <a:gd name="connsiteY6" fmla="*/ 0 h 46568"/>
                    <a:gd name="connsiteX7" fmla="*/ 33682 w 44043"/>
                    <a:gd name="connsiteY7" fmla="*/ 2770 h 46568"/>
                    <a:gd name="connsiteX8" fmla="*/ 41345 w 44043"/>
                    <a:gd name="connsiteY8" fmla="*/ 10806 h 46568"/>
                    <a:gd name="connsiteX9" fmla="*/ 44043 w 44043"/>
                    <a:gd name="connsiteY9" fmla="*/ 23450 h 46568"/>
                    <a:gd name="connsiteX10" fmla="*/ 41345 w 44043"/>
                    <a:gd name="connsiteY10" fmla="*/ 35892 h 46568"/>
                    <a:gd name="connsiteX11" fmla="*/ 33682 w 44043"/>
                    <a:gd name="connsiteY11" fmla="*/ 43828 h 46568"/>
                    <a:gd name="connsiteX12" fmla="*/ 21842 w 44043"/>
                    <a:gd name="connsiteY12" fmla="*/ 46569 h 46568"/>
                    <a:gd name="connsiteX13" fmla="*/ 21842 w 44043"/>
                    <a:gd name="connsiteY13" fmla="*/ 38819 h 46568"/>
                    <a:gd name="connsiteX14" fmla="*/ 29003 w 44043"/>
                    <a:gd name="connsiteY14" fmla="*/ 36782 h 46568"/>
                    <a:gd name="connsiteX15" fmla="*/ 32749 w 44043"/>
                    <a:gd name="connsiteY15" fmla="*/ 31271 h 46568"/>
                    <a:gd name="connsiteX16" fmla="*/ 33854 w 44043"/>
                    <a:gd name="connsiteY16" fmla="*/ 23450 h 46568"/>
                    <a:gd name="connsiteX17" fmla="*/ 32749 w 44043"/>
                    <a:gd name="connsiteY17" fmla="*/ 15470 h 46568"/>
                    <a:gd name="connsiteX18" fmla="*/ 29003 w 44043"/>
                    <a:gd name="connsiteY18" fmla="*/ 9859 h 46568"/>
                    <a:gd name="connsiteX19" fmla="*/ 21842 w 44043"/>
                    <a:gd name="connsiteY19" fmla="*/ 7807 h 46568"/>
                    <a:gd name="connsiteX20" fmla="*/ 14968 w 44043"/>
                    <a:gd name="connsiteY20" fmla="*/ 9859 h 46568"/>
                    <a:gd name="connsiteX21" fmla="*/ 11323 w 44043"/>
                    <a:gd name="connsiteY21" fmla="*/ 15470 h 46568"/>
                    <a:gd name="connsiteX22" fmla="*/ 10218 w 44043"/>
                    <a:gd name="connsiteY22" fmla="*/ 23450 h 46568"/>
                    <a:gd name="connsiteX23" fmla="*/ 11323 w 44043"/>
                    <a:gd name="connsiteY23" fmla="*/ 31271 h 46568"/>
                    <a:gd name="connsiteX24" fmla="*/ 14968 w 44043"/>
                    <a:gd name="connsiteY24" fmla="*/ 36782 h 46568"/>
                    <a:gd name="connsiteX25" fmla="*/ 21842 w 44043"/>
                    <a:gd name="connsiteY25" fmla="*/ 38819 h 46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4043" h="46568">
                      <a:moveTo>
                        <a:pt x="21842" y="46569"/>
                      </a:moveTo>
                      <a:cubicBezTo>
                        <a:pt x="17379" y="46569"/>
                        <a:pt x="13504" y="45651"/>
                        <a:pt x="10232" y="43828"/>
                      </a:cubicBezTo>
                      <a:cubicBezTo>
                        <a:pt x="6960" y="41991"/>
                        <a:pt x="4434" y="39350"/>
                        <a:pt x="2655" y="35892"/>
                      </a:cubicBezTo>
                      <a:cubicBezTo>
                        <a:pt x="890" y="32419"/>
                        <a:pt x="0" y="28286"/>
                        <a:pt x="0" y="23450"/>
                      </a:cubicBezTo>
                      <a:cubicBezTo>
                        <a:pt x="0" y="18613"/>
                        <a:pt x="890" y="14308"/>
                        <a:pt x="2655" y="10806"/>
                      </a:cubicBezTo>
                      <a:cubicBezTo>
                        <a:pt x="4420" y="7305"/>
                        <a:pt x="6946" y="4621"/>
                        <a:pt x="10232" y="2770"/>
                      </a:cubicBezTo>
                      <a:cubicBezTo>
                        <a:pt x="13519" y="918"/>
                        <a:pt x="17379" y="0"/>
                        <a:pt x="21842" y="0"/>
                      </a:cubicBezTo>
                      <a:cubicBezTo>
                        <a:pt x="26305" y="0"/>
                        <a:pt x="30381" y="918"/>
                        <a:pt x="33682" y="2770"/>
                      </a:cubicBezTo>
                      <a:cubicBezTo>
                        <a:pt x="36983" y="4621"/>
                        <a:pt x="39551" y="7290"/>
                        <a:pt x="41345" y="10806"/>
                      </a:cubicBezTo>
                      <a:cubicBezTo>
                        <a:pt x="43139" y="14322"/>
                        <a:pt x="44043" y="18527"/>
                        <a:pt x="44043" y="23450"/>
                      </a:cubicBezTo>
                      <a:cubicBezTo>
                        <a:pt x="44043" y="28372"/>
                        <a:pt x="43139" y="32419"/>
                        <a:pt x="41345" y="35892"/>
                      </a:cubicBezTo>
                      <a:cubicBezTo>
                        <a:pt x="39551" y="39350"/>
                        <a:pt x="36983" y="42005"/>
                        <a:pt x="33682" y="43828"/>
                      </a:cubicBezTo>
                      <a:cubicBezTo>
                        <a:pt x="30381" y="45651"/>
                        <a:pt x="26435" y="46569"/>
                        <a:pt x="21842" y="46569"/>
                      </a:cubicBezTo>
                      <a:close/>
                      <a:moveTo>
                        <a:pt x="21842" y="38819"/>
                      </a:moveTo>
                      <a:cubicBezTo>
                        <a:pt x="24856" y="38819"/>
                        <a:pt x="27238" y="38145"/>
                        <a:pt x="29003" y="36782"/>
                      </a:cubicBezTo>
                      <a:cubicBezTo>
                        <a:pt x="30769" y="35418"/>
                        <a:pt x="32003" y="33596"/>
                        <a:pt x="32749" y="31271"/>
                      </a:cubicBezTo>
                      <a:cubicBezTo>
                        <a:pt x="33481" y="28946"/>
                        <a:pt x="33854" y="26334"/>
                        <a:pt x="33854" y="23450"/>
                      </a:cubicBezTo>
                      <a:cubicBezTo>
                        <a:pt x="33854" y="20565"/>
                        <a:pt x="33481" y="17824"/>
                        <a:pt x="32749" y="15470"/>
                      </a:cubicBezTo>
                      <a:cubicBezTo>
                        <a:pt x="32017" y="13117"/>
                        <a:pt x="30769" y="11237"/>
                        <a:pt x="29003" y="9859"/>
                      </a:cubicBezTo>
                      <a:cubicBezTo>
                        <a:pt x="27253" y="8481"/>
                        <a:pt x="24870" y="7807"/>
                        <a:pt x="21842" y="7807"/>
                      </a:cubicBezTo>
                      <a:cubicBezTo>
                        <a:pt x="18814" y="7807"/>
                        <a:pt x="16662" y="8496"/>
                        <a:pt x="14968" y="9859"/>
                      </a:cubicBezTo>
                      <a:cubicBezTo>
                        <a:pt x="13275" y="11222"/>
                        <a:pt x="12055" y="13102"/>
                        <a:pt x="11323" y="15470"/>
                      </a:cubicBezTo>
                      <a:cubicBezTo>
                        <a:pt x="10591" y="17838"/>
                        <a:pt x="10218" y="20508"/>
                        <a:pt x="10218" y="23450"/>
                      </a:cubicBezTo>
                      <a:cubicBezTo>
                        <a:pt x="10218" y="26391"/>
                        <a:pt x="10591" y="28946"/>
                        <a:pt x="11323" y="31271"/>
                      </a:cubicBezTo>
                      <a:cubicBezTo>
                        <a:pt x="12055" y="33596"/>
                        <a:pt x="13275" y="35433"/>
                        <a:pt x="14968" y="36782"/>
                      </a:cubicBezTo>
                      <a:cubicBezTo>
                        <a:pt x="16662" y="38131"/>
                        <a:pt x="18958" y="38819"/>
                        <a:pt x="21842" y="38819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5" name="Forma Livre 134">
                  <a:extLst>
                    <a:ext uri="{FF2B5EF4-FFF2-40B4-BE49-F238E27FC236}">
                      <a16:creationId xmlns:a16="http://schemas.microsoft.com/office/drawing/2014/main" id="{233662AE-15F7-992C-DB1A-9CA01AC2E148}"/>
                    </a:ext>
                  </a:extLst>
                </p:cNvPr>
                <p:cNvSpPr/>
                <p:nvPr/>
              </p:nvSpPr>
              <p:spPr>
                <a:xfrm>
                  <a:off x="11540355" y="6701059"/>
                  <a:ext cx="24554" cy="45607"/>
                </a:xfrm>
                <a:custGeom>
                  <a:avLst/>
                  <a:gdLst>
                    <a:gd name="connsiteX0" fmla="*/ 0 w 24554"/>
                    <a:gd name="connsiteY0" fmla="*/ 45607 h 45607"/>
                    <a:gd name="connsiteX1" fmla="*/ 0 w 24554"/>
                    <a:gd name="connsiteY1" fmla="*/ 603 h 45607"/>
                    <a:gd name="connsiteX2" fmla="*/ 9515 w 24554"/>
                    <a:gd name="connsiteY2" fmla="*/ 603 h 45607"/>
                    <a:gd name="connsiteX3" fmla="*/ 9744 w 24554"/>
                    <a:gd name="connsiteY3" fmla="*/ 8309 h 45607"/>
                    <a:gd name="connsiteX4" fmla="*/ 15025 w 24554"/>
                    <a:gd name="connsiteY4" fmla="*/ 2282 h 45607"/>
                    <a:gd name="connsiteX5" fmla="*/ 23679 w 24554"/>
                    <a:gd name="connsiteY5" fmla="*/ 0 h 45607"/>
                    <a:gd name="connsiteX6" fmla="*/ 24555 w 24554"/>
                    <a:gd name="connsiteY6" fmla="*/ 0 h 45607"/>
                    <a:gd name="connsiteX7" fmla="*/ 24555 w 24554"/>
                    <a:gd name="connsiteY7" fmla="*/ 8725 h 45607"/>
                    <a:gd name="connsiteX8" fmla="*/ 23493 w 24554"/>
                    <a:gd name="connsiteY8" fmla="*/ 8725 h 45607"/>
                    <a:gd name="connsiteX9" fmla="*/ 17881 w 24554"/>
                    <a:gd name="connsiteY9" fmla="*/ 9386 h 45607"/>
                    <a:gd name="connsiteX10" fmla="*/ 13433 w 24554"/>
                    <a:gd name="connsiteY10" fmla="*/ 11423 h 45607"/>
                    <a:gd name="connsiteX11" fmla="*/ 10017 w 24554"/>
                    <a:gd name="connsiteY11" fmla="*/ 14825 h 45607"/>
                    <a:gd name="connsiteX12" fmla="*/ 10017 w 24554"/>
                    <a:gd name="connsiteY12" fmla="*/ 45607 h 45607"/>
                    <a:gd name="connsiteX13" fmla="*/ 0 w 24554"/>
                    <a:gd name="connsiteY13" fmla="*/ 45607 h 45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554" h="45607">
                      <a:moveTo>
                        <a:pt x="0" y="45607"/>
                      </a:moveTo>
                      <a:lnTo>
                        <a:pt x="0" y="603"/>
                      </a:lnTo>
                      <a:lnTo>
                        <a:pt x="9515" y="603"/>
                      </a:lnTo>
                      <a:lnTo>
                        <a:pt x="9744" y="8309"/>
                      </a:lnTo>
                      <a:cubicBezTo>
                        <a:pt x="10979" y="5812"/>
                        <a:pt x="12744" y="3817"/>
                        <a:pt x="15025" y="2282"/>
                      </a:cubicBezTo>
                      <a:cubicBezTo>
                        <a:pt x="17322" y="761"/>
                        <a:pt x="20206" y="0"/>
                        <a:pt x="23679" y="0"/>
                      </a:cubicBezTo>
                      <a:lnTo>
                        <a:pt x="24555" y="0"/>
                      </a:lnTo>
                      <a:lnTo>
                        <a:pt x="24555" y="8725"/>
                      </a:lnTo>
                      <a:lnTo>
                        <a:pt x="23493" y="8725"/>
                      </a:lnTo>
                      <a:cubicBezTo>
                        <a:pt x="21426" y="8725"/>
                        <a:pt x="19560" y="8955"/>
                        <a:pt x="17881" y="9386"/>
                      </a:cubicBezTo>
                      <a:cubicBezTo>
                        <a:pt x="16202" y="9830"/>
                        <a:pt x="14724" y="10519"/>
                        <a:pt x="13433" y="11423"/>
                      </a:cubicBezTo>
                      <a:cubicBezTo>
                        <a:pt x="12141" y="12328"/>
                        <a:pt x="11007" y="13461"/>
                        <a:pt x="10017" y="14825"/>
                      </a:cubicBezTo>
                      <a:lnTo>
                        <a:pt x="10017" y="45607"/>
                      </a:lnTo>
                      <a:lnTo>
                        <a:pt x="0" y="45607"/>
                      </a:ln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6" name="Forma Livre 135">
                  <a:extLst>
                    <a:ext uri="{FF2B5EF4-FFF2-40B4-BE49-F238E27FC236}">
                      <a16:creationId xmlns:a16="http://schemas.microsoft.com/office/drawing/2014/main" id="{ACBB54E8-E77E-F2B7-2339-F8AD08A9FDE7}"/>
                    </a:ext>
                  </a:extLst>
                </p:cNvPr>
                <p:cNvSpPr/>
                <p:nvPr/>
              </p:nvSpPr>
              <p:spPr>
                <a:xfrm>
                  <a:off x="11568382" y="6700930"/>
                  <a:ext cx="40067" cy="46525"/>
                </a:xfrm>
                <a:custGeom>
                  <a:avLst/>
                  <a:gdLst>
                    <a:gd name="connsiteX0" fmla="*/ 14351 w 40067"/>
                    <a:gd name="connsiteY0" fmla="*/ 46526 h 46525"/>
                    <a:gd name="connsiteX1" fmla="*/ 7219 w 40067"/>
                    <a:gd name="connsiteY1" fmla="*/ 45062 h 46525"/>
                    <a:gd name="connsiteX2" fmla="*/ 1980 w 40067"/>
                    <a:gd name="connsiteY2" fmla="*/ 40685 h 46525"/>
                    <a:gd name="connsiteX3" fmla="*/ 0 w 40067"/>
                    <a:gd name="connsiteY3" fmla="*/ 33366 h 46525"/>
                    <a:gd name="connsiteX4" fmla="*/ 3760 w 40067"/>
                    <a:gd name="connsiteY4" fmla="*/ 24081 h 46525"/>
                    <a:gd name="connsiteX5" fmla="*/ 14337 w 40067"/>
                    <a:gd name="connsiteY5" fmla="*/ 19790 h 46525"/>
                    <a:gd name="connsiteX6" fmla="*/ 30281 w 40067"/>
                    <a:gd name="connsiteY6" fmla="*/ 18498 h 46525"/>
                    <a:gd name="connsiteX7" fmla="*/ 30281 w 40067"/>
                    <a:gd name="connsiteY7" fmla="*/ 15729 h 46525"/>
                    <a:gd name="connsiteX8" fmla="*/ 27784 w 40067"/>
                    <a:gd name="connsiteY8" fmla="*/ 8812 h 46525"/>
                    <a:gd name="connsiteX9" fmla="*/ 21455 w 40067"/>
                    <a:gd name="connsiteY9" fmla="*/ 6917 h 46525"/>
                    <a:gd name="connsiteX10" fmla="*/ 14538 w 40067"/>
                    <a:gd name="connsiteY10" fmla="*/ 8955 h 46525"/>
                    <a:gd name="connsiteX11" fmla="*/ 11768 w 40067"/>
                    <a:gd name="connsiteY11" fmla="*/ 15470 h 46525"/>
                    <a:gd name="connsiteX12" fmla="*/ 2311 w 40067"/>
                    <a:gd name="connsiteY12" fmla="*/ 15470 h 46525"/>
                    <a:gd name="connsiteX13" fmla="*/ 4736 w 40067"/>
                    <a:gd name="connsiteY13" fmla="*/ 6444 h 46525"/>
                    <a:gd name="connsiteX14" fmla="*/ 11481 w 40067"/>
                    <a:gd name="connsiteY14" fmla="*/ 1521 h 46525"/>
                    <a:gd name="connsiteX15" fmla="*/ 21469 w 40067"/>
                    <a:gd name="connsiteY15" fmla="*/ 0 h 46525"/>
                    <a:gd name="connsiteX16" fmla="*/ 28673 w 40067"/>
                    <a:gd name="connsiteY16" fmla="*/ 689 h 46525"/>
                    <a:gd name="connsiteX17" fmla="*/ 34600 w 40067"/>
                    <a:gd name="connsiteY17" fmla="*/ 3114 h 46525"/>
                    <a:gd name="connsiteX18" fmla="*/ 38619 w 40067"/>
                    <a:gd name="connsiteY18" fmla="*/ 7864 h 46525"/>
                    <a:gd name="connsiteX19" fmla="*/ 40068 w 40067"/>
                    <a:gd name="connsiteY19" fmla="*/ 15600 h 46525"/>
                    <a:gd name="connsiteX20" fmla="*/ 40068 w 40067"/>
                    <a:gd name="connsiteY20" fmla="*/ 45737 h 46525"/>
                    <a:gd name="connsiteX21" fmla="*/ 30740 w 40067"/>
                    <a:gd name="connsiteY21" fmla="*/ 45737 h 46525"/>
                    <a:gd name="connsiteX22" fmla="*/ 30367 w 40067"/>
                    <a:gd name="connsiteY22" fmla="*/ 39408 h 46525"/>
                    <a:gd name="connsiteX23" fmla="*/ 23464 w 40067"/>
                    <a:gd name="connsiteY23" fmla="*/ 44617 h 46525"/>
                    <a:gd name="connsiteX24" fmla="*/ 14351 w 40067"/>
                    <a:gd name="connsiteY24" fmla="*/ 46512 h 46525"/>
                    <a:gd name="connsiteX25" fmla="*/ 17350 w 40067"/>
                    <a:gd name="connsiteY25" fmla="*/ 39408 h 46525"/>
                    <a:gd name="connsiteX26" fmla="*/ 24741 w 40067"/>
                    <a:gd name="connsiteY26" fmla="*/ 37427 h 46525"/>
                    <a:gd name="connsiteX27" fmla="*/ 30194 w 40067"/>
                    <a:gd name="connsiteY27" fmla="*/ 32577 h 46525"/>
                    <a:gd name="connsiteX28" fmla="*/ 30194 w 40067"/>
                    <a:gd name="connsiteY28" fmla="*/ 24411 h 46525"/>
                    <a:gd name="connsiteX29" fmla="*/ 14595 w 40067"/>
                    <a:gd name="connsiteY29" fmla="*/ 26449 h 46525"/>
                    <a:gd name="connsiteX30" fmla="*/ 9974 w 40067"/>
                    <a:gd name="connsiteY30" fmla="*/ 32864 h 46525"/>
                    <a:gd name="connsiteX31" fmla="*/ 11940 w 40067"/>
                    <a:gd name="connsiteY31" fmla="*/ 37714 h 46525"/>
                    <a:gd name="connsiteX32" fmla="*/ 17365 w 40067"/>
                    <a:gd name="connsiteY32" fmla="*/ 39422 h 46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40067" h="46525">
                      <a:moveTo>
                        <a:pt x="14351" y="46526"/>
                      </a:moveTo>
                      <a:cubicBezTo>
                        <a:pt x="11768" y="46526"/>
                        <a:pt x="9386" y="46038"/>
                        <a:pt x="7219" y="45062"/>
                      </a:cubicBezTo>
                      <a:cubicBezTo>
                        <a:pt x="5052" y="44101"/>
                        <a:pt x="3301" y="42637"/>
                        <a:pt x="1980" y="40685"/>
                      </a:cubicBezTo>
                      <a:cubicBezTo>
                        <a:pt x="660" y="38733"/>
                        <a:pt x="0" y="36294"/>
                        <a:pt x="0" y="33366"/>
                      </a:cubicBezTo>
                      <a:cubicBezTo>
                        <a:pt x="0" y="29276"/>
                        <a:pt x="1249" y="26176"/>
                        <a:pt x="3760" y="24081"/>
                      </a:cubicBezTo>
                      <a:cubicBezTo>
                        <a:pt x="6271" y="21986"/>
                        <a:pt x="9787" y="20565"/>
                        <a:pt x="14337" y="19790"/>
                      </a:cubicBezTo>
                      <a:cubicBezTo>
                        <a:pt x="18872" y="19015"/>
                        <a:pt x="24196" y="18585"/>
                        <a:pt x="30281" y="18498"/>
                      </a:cubicBezTo>
                      <a:lnTo>
                        <a:pt x="30281" y="15729"/>
                      </a:lnTo>
                      <a:cubicBezTo>
                        <a:pt x="30281" y="12371"/>
                        <a:pt x="29448" y="10060"/>
                        <a:pt x="27784" y="8812"/>
                      </a:cubicBezTo>
                      <a:cubicBezTo>
                        <a:pt x="26119" y="7563"/>
                        <a:pt x="24009" y="6917"/>
                        <a:pt x="21455" y="6917"/>
                      </a:cubicBezTo>
                      <a:cubicBezTo>
                        <a:pt x="18685" y="6917"/>
                        <a:pt x="16374" y="7592"/>
                        <a:pt x="14538" y="8955"/>
                      </a:cubicBezTo>
                      <a:cubicBezTo>
                        <a:pt x="12701" y="10318"/>
                        <a:pt x="11768" y="12471"/>
                        <a:pt x="11768" y="15470"/>
                      </a:cubicBezTo>
                      <a:lnTo>
                        <a:pt x="2311" y="15470"/>
                      </a:lnTo>
                      <a:cubicBezTo>
                        <a:pt x="2311" y="11725"/>
                        <a:pt x="3114" y="8711"/>
                        <a:pt x="4736" y="6444"/>
                      </a:cubicBezTo>
                      <a:cubicBezTo>
                        <a:pt x="6358" y="4176"/>
                        <a:pt x="8596" y="2540"/>
                        <a:pt x="11481" y="1521"/>
                      </a:cubicBezTo>
                      <a:cubicBezTo>
                        <a:pt x="14365" y="502"/>
                        <a:pt x="17695" y="0"/>
                        <a:pt x="21469" y="0"/>
                      </a:cubicBezTo>
                      <a:cubicBezTo>
                        <a:pt x="24024" y="0"/>
                        <a:pt x="26420" y="230"/>
                        <a:pt x="28673" y="689"/>
                      </a:cubicBezTo>
                      <a:cubicBezTo>
                        <a:pt x="30926" y="1148"/>
                        <a:pt x="32892" y="1952"/>
                        <a:pt x="34600" y="3114"/>
                      </a:cubicBezTo>
                      <a:cubicBezTo>
                        <a:pt x="36308" y="4262"/>
                        <a:pt x="37643" y="5855"/>
                        <a:pt x="38619" y="7864"/>
                      </a:cubicBezTo>
                      <a:cubicBezTo>
                        <a:pt x="39594" y="9888"/>
                        <a:pt x="40068" y="12457"/>
                        <a:pt x="40068" y="15600"/>
                      </a:cubicBezTo>
                      <a:lnTo>
                        <a:pt x="40068" y="45737"/>
                      </a:lnTo>
                      <a:lnTo>
                        <a:pt x="30740" y="45737"/>
                      </a:lnTo>
                      <a:lnTo>
                        <a:pt x="30367" y="39408"/>
                      </a:lnTo>
                      <a:cubicBezTo>
                        <a:pt x="28401" y="41618"/>
                        <a:pt x="26090" y="43369"/>
                        <a:pt x="23464" y="44617"/>
                      </a:cubicBezTo>
                      <a:cubicBezTo>
                        <a:pt x="20838" y="45866"/>
                        <a:pt x="17795" y="46512"/>
                        <a:pt x="14351" y="46512"/>
                      </a:cubicBezTo>
                      <a:close/>
                      <a:moveTo>
                        <a:pt x="17350" y="39408"/>
                      </a:moveTo>
                      <a:cubicBezTo>
                        <a:pt x="20063" y="39408"/>
                        <a:pt x="22517" y="38748"/>
                        <a:pt x="24741" y="37427"/>
                      </a:cubicBezTo>
                      <a:cubicBezTo>
                        <a:pt x="26951" y="36107"/>
                        <a:pt x="28774" y="34485"/>
                        <a:pt x="30194" y="32577"/>
                      </a:cubicBezTo>
                      <a:lnTo>
                        <a:pt x="30194" y="24411"/>
                      </a:lnTo>
                      <a:cubicBezTo>
                        <a:pt x="22875" y="24440"/>
                        <a:pt x="17666" y="25114"/>
                        <a:pt x="14595" y="26449"/>
                      </a:cubicBezTo>
                      <a:cubicBezTo>
                        <a:pt x="11524" y="27784"/>
                        <a:pt x="9974" y="29907"/>
                        <a:pt x="9974" y="32864"/>
                      </a:cubicBezTo>
                      <a:cubicBezTo>
                        <a:pt x="9974" y="34959"/>
                        <a:pt x="10620" y="36566"/>
                        <a:pt x="11940" y="37714"/>
                      </a:cubicBezTo>
                      <a:cubicBezTo>
                        <a:pt x="13260" y="38863"/>
                        <a:pt x="15054" y="39422"/>
                        <a:pt x="17365" y="39422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7" name="Forma Livre 136">
                  <a:extLst>
                    <a:ext uri="{FF2B5EF4-FFF2-40B4-BE49-F238E27FC236}">
                      <a16:creationId xmlns:a16="http://schemas.microsoft.com/office/drawing/2014/main" id="{B045B1ED-7E84-86AE-030B-5AC6AB79A427}"/>
                    </a:ext>
                  </a:extLst>
                </p:cNvPr>
                <p:cNvSpPr/>
                <p:nvPr/>
              </p:nvSpPr>
              <p:spPr>
                <a:xfrm>
                  <a:off x="11763369" y="6700916"/>
                  <a:ext cx="41617" cy="46439"/>
                </a:xfrm>
                <a:custGeom>
                  <a:avLst/>
                  <a:gdLst>
                    <a:gd name="connsiteX0" fmla="*/ 21699 w 41617"/>
                    <a:gd name="connsiteY0" fmla="*/ 46440 h 46439"/>
                    <a:gd name="connsiteX1" fmla="*/ 10577 w 41617"/>
                    <a:gd name="connsiteY1" fmla="*/ 43971 h 46439"/>
                    <a:gd name="connsiteX2" fmla="*/ 2842 w 41617"/>
                    <a:gd name="connsiteY2" fmla="*/ 36380 h 46439"/>
                    <a:gd name="connsiteX3" fmla="*/ 0 w 41617"/>
                    <a:gd name="connsiteY3" fmla="*/ 23406 h 46439"/>
                    <a:gd name="connsiteX4" fmla="*/ 2741 w 41617"/>
                    <a:gd name="connsiteY4" fmla="*/ 10318 h 46439"/>
                    <a:gd name="connsiteX5" fmla="*/ 10361 w 41617"/>
                    <a:gd name="connsiteY5" fmla="*/ 2569 h 46439"/>
                    <a:gd name="connsiteX6" fmla="*/ 21699 w 41617"/>
                    <a:gd name="connsiteY6" fmla="*/ 0 h 46439"/>
                    <a:gd name="connsiteX7" fmla="*/ 31529 w 41617"/>
                    <a:gd name="connsiteY7" fmla="*/ 1794 h 46439"/>
                    <a:gd name="connsiteX8" fmla="*/ 38518 w 41617"/>
                    <a:gd name="connsiteY8" fmla="*/ 7190 h 46439"/>
                    <a:gd name="connsiteX9" fmla="*/ 41259 w 41617"/>
                    <a:gd name="connsiteY9" fmla="*/ 16288 h 46439"/>
                    <a:gd name="connsiteX10" fmla="*/ 31515 w 41617"/>
                    <a:gd name="connsiteY10" fmla="*/ 16288 h 46439"/>
                    <a:gd name="connsiteX11" fmla="*/ 28745 w 41617"/>
                    <a:gd name="connsiteY11" fmla="*/ 10103 h 46439"/>
                    <a:gd name="connsiteX12" fmla="*/ 21770 w 41617"/>
                    <a:gd name="connsiteY12" fmla="*/ 7836 h 46439"/>
                    <a:gd name="connsiteX13" fmla="*/ 13002 w 41617"/>
                    <a:gd name="connsiteY13" fmla="*/ 11911 h 46439"/>
                    <a:gd name="connsiteX14" fmla="*/ 10189 w 41617"/>
                    <a:gd name="connsiteY14" fmla="*/ 23392 h 46439"/>
                    <a:gd name="connsiteX15" fmla="*/ 11438 w 41617"/>
                    <a:gd name="connsiteY15" fmla="*/ 31615 h 46439"/>
                    <a:gd name="connsiteX16" fmla="*/ 15241 w 41617"/>
                    <a:gd name="connsiteY16" fmla="*/ 36825 h 46439"/>
                    <a:gd name="connsiteX17" fmla="*/ 21770 w 41617"/>
                    <a:gd name="connsiteY17" fmla="*/ 38619 h 46439"/>
                    <a:gd name="connsiteX18" fmla="*/ 29018 w 41617"/>
                    <a:gd name="connsiteY18" fmla="*/ 36222 h 46439"/>
                    <a:gd name="connsiteX19" fmla="*/ 31874 w 41617"/>
                    <a:gd name="connsiteY19" fmla="*/ 29305 h 46439"/>
                    <a:gd name="connsiteX20" fmla="*/ 41618 w 41617"/>
                    <a:gd name="connsiteY20" fmla="*/ 29305 h 46439"/>
                    <a:gd name="connsiteX21" fmla="*/ 38848 w 41617"/>
                    <a:gd name="connsiteY21" fmla="*/ 38762 h 46439"/>
                    <a:gd name="connsiteX22" fmla="*/ 31759 w 41617"/>
                    <a:gd name="connsiteY22" fmla="*/ 44502 h 46439"/>
                    <a:gd name="connsiteX23" fmla="*/ 21670 w 41617"/>
                    <a:gd name="connsiteY23" fmla="*/ 46425 h 46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41617" h="46439">
                      <a:moveTo>
                        <a:pt x="21699" y="46440"/>
                      </a:moveTo>
                      <a:cubicBezTo>
                        <a:pt x="17551" y="46440"/>
                        <a:pt x="13834" y="45622"/>
                        <a:pt x="10577" y="43971"/>
                      </a:cubicBezTo>
                      <a:cubicBezTo>
                        <a:pt x="7319" y="42335"/>
                        <a:pt x="4736" y="39795"/>
                        <a:pt x="2842" y="36380"/>
                      </a:cubicBezTo>
                      <a:cubicBezTo>
                        <a:pt x="947" y="32964"/>
                        <a:pt x="0" y="28645"/>
                        <a:pt x="0" y="23406"/>
                      </a:cubicBezTo>
                      <a:cubicBezTo>
                        <a:pt x="0" y="18168"/>
                        <a:pt x="918" y="13777"/>
                        <a:pt x="2741" y="10318"/>
                      </a:cubicBezTo>
                      <a:cubicBezTo>
                        <a:pt x="4578" y="6845"/>
                        <a:pt x="7104" y="4262"/>
                        <a:pt x="10361" y="2569"/>
                      </a:cubicBezTo>
                      <a:cubicBezTo>
                        <a:pt x="13605" y="861"/>
                        <a:pt x="17379" y="0"/>
                        <a:pt x="21699" y="0"/>
                      </a:cubicBezTo>
                      <a:cubicBezTo>
                        <a:pt x="25330" y="0"/>
                        <a:pt x="28602" y="603"/>
                        <a:pt x="31529" y="1794"/>
                      </a:cubicBezTo>
                      <a:cubicBezTo>
                        <a:pt x="34457" y="2985"/>
                        <a:pt x="36782" y="4793"/>
                        <a:pt x="38518" y="7190"/>
                      </a:cubicBezTo>
                      <a:cubicBezTo>
                        <a:pt x="40255" y="9586"/>
                        <a:pt x="41173" y="12629"/>
                        <a:pt x="41259" y="16288"/>
                      </a:cubicBezTo>
                      <a:lnTo>
                        <a:pt x="31515" y="16288"/>
                      </a:lnTo>
                      <a:cubicBezTo>
                        <a:pt x="31357" y="13677"/>
                        <a:pt x="30438" y="11610"/>
                        <a:pt x="28745" y="10103"/>
                      </a:cubicBezTo>
                      <a:cubicBezTo>
                        <a:pt x="27052" y="8596"/>
                        <a:pt x="24727" y="7836"/>
                        <a:pt x="21770" y="7836"/>
                      </a:cubicBezTo>
                      <a:cubicBezTo>
                        <a:pt x="17795" y="7836"/>
                        <a:pt x="14882" y="9199"/>
                        <a:pt x="13002" y="11911"/>
                      </a:cubicBezTo>
                      <a:cubicBezTo>
                        <a:pt x="11122" y="14638"/>
                        <a:pt x="10189" y="18455"/>
                        <a:pt x="10189" y="23392"/>
                      </a:cubicBezTo>
                      <a:cubicBezTo>
                        <a:pt x="10189" y="26592"/>
                        <a:pt x="10605" y="29333"/>
                        <a:pt x="11438" y="31615"/>
                      </a:cubicBezTo>
                      <a:cubicBezTo>
                        <a:pt x="12270" y="33897"/>
                        <a:pt x="13533" y="35634"/>
                        <a:pt x="15241" y="36825"/>
                      </a:cubicBezTo>
                      <a:cubicBezTo>
                        <a:pt x="16949" y="38016"/>
                        <a:pt x="19130" y="38619"/>
                        <a:pt x="21770" y="38619"/>
                      </a:cubicBezTo>
                      <a:cubicBezTo>
                        <a:pt x="24784" y="38619"/>
                        <a:pt x="27195" y="37815"/>
                        <a:pt x="29018" y="36222"/>
                      </a:cubicBezTo>
                      <a:cubicBezTo>
                        <a:pt x="30840" y="34629"/>
                        <a:pt x="31787" y="32318"/>
                        <a:pt x="31874" y="29305"/>
                      </a:cubicBezTo>
                      <a:lnTo>
                        <a:pt x="41618" y="29305"/>
                      </a:lnTo>
                      <a:cubicBezTo>
                        <a:pt x="41532" y="33050"/>
                        <a:pt x="40599" y="36222"/>
                        <a:pt x="38848" y="38762"/>
                      </a:cubicBezTo>
                      <a:cubicBezTo>
                        <a:pt x="37097" y="41302"/>
                        <a:pt x="34729" y="43240"/>
                        <a:pt x="31759" y="44502"/>
                      </a:cubicBezTo>
                      <a:cubicBezTo>
                        <a:pt x="28788" y="45780"/>
                        <a:pt x="25430" y="46425"/>
                        <a:pt x="21670" y="46425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8" name="Forma Livre 137">
                  <a:extLst>
                    <a:ext uri="{FF2B5EF4-FFF2-40B4-BE49-F238E27FC236}">
                      <a16:creationId xmlns:a16="http://schemas.microsoft.com/office/drawing/2014/main" id="{B5884F28-21FD-2DF8-2E3F-7EEFD7CB6D9B}"/>
                    </a:ext>
                  </a:extLst>
                </p:cNvPr>
                <p:cNvSpPr/>
                <p:nvPr/>
              </p:nvSpPr>
              <p:spPr>
                <a:xfrm>
                  <a:off x="11815679" y="6701662"/>
                  <a:ext cx="40340" cy="45650"/>
                </a:xfrm>
                <a:custGeom>
                  <a:avLst/>
                  <a:gdLst>
                    <a:gd name="connsiteX0" fmla="*/ 14538 w 40340"/>
                    <a:gd name="connsiteY0" fmla="*/ 45651 h 45650"/>
                    <a:gd name="connsiteX1" fmla="*/ 3602 w 40340"/>
                    <a:gd name="connsiteY1" fmla="*/ 41360 h 45650"/>
                    <a:gd name="connsiteX2" fmla="*/ 0 w 40340"/>
                    <a:gd name="connsiteY2" fmla="*/ 29362 h 45650"/>
                    <a:gd name="connsiteX3" fmla="*/ 0 w 40340"/>
                    <a:gd name="connsiteY3" fmla="*/ 0 h 45650"/>
                    <a:gd name="connsiteX4" fmla="*/ 9974 w 40340"/>
                    <a:gd name="connsiteY4" fmla="*/ 0 h 45650"/>
                    <a:gd name="connsiteX5" fmla="*/ 9974 w 40340"/>
                    <a:gd name="connsiteY5" fmla="*/ 28114 h 45650"/>
                    <a:gd name="connsiteX6" fmla="*/ 10663 w 40340"/>
                    <a:gd name="connsiteY6" fmla="*/ 32864 h 45650"/>
                    <a:gd name="connsiteX7" fmla="*/ 13102 w 40340"/>
                    <a:gd name="connsiteY7" fmla="*/ 36121 h 45650"/>
                    <a:gd name="connsiteX8" fmla="*/ 17953 w 40340"/>
                    <a:gd name="connsiteY8" fmla="*/ 37298 h 45650"/>
                    <a:gd name="connsiteX9" fmla="*/ 25315 w 40340"/>
                    <a:gd name="connsiteY9" fmla="*/ 35433 h 45650"/>
                    <a:gd name="connsiteX10" fmla="*/ 30367 w 40340"/>
                    <a:gd name="connsiteY10" fmla="*/ 30969 h 45650"/>
                    <a:gd name="connsiteX11" fmla="*/ 30367 w 40340"/>
                    <a:gd name="connsiteY11" fmla="*/ 0 h 45650"/>
                    <a:gd name="connsiteX12" fmla="*/ 40341 w 40340"/>
                    <a:gd name="connsiteY12" fmla="*/ 0 h 45650"/>
                    <a:gd name="connsiteX13" fmla="*/ 40341 w 40340"/>
                    <a:gd name="connsiteY13" fmla="*/ 45005 h 45650"/>
                    <a:gd name="connsiteX14" fmla="*/ 30697 w 40340"/>
                    <a:gd name="connsiteY14" fmla="*/ 45005 h 45650"/>
                    <a:gd name="connsiteX15" fmla="*/ 30510 w 40340"/>
                    <a:gd name="connsiteY15" fmla="*/ 38131 h 45650"/>
                    <a:gd name="connsiteX16" fmla="*/ 24368 w 40340"/>
                    <a:gd name="connsiteY16" fmla="*/ 43297 h 45650"/>
                    <a:gd name="connsiteX17" fmla="*/ 14538 w 40340"/>
                    <a:gd name="connsiteY17" fmla="*/ 45651 h 45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0340" h="45650">
                      <a:moveTo>
                        <a:pt x="14538" y="45651"/>
                      </a:moveTo>
                      <a:cubicBezTo>
                        <a:pt x="9644" y="45651"/>
                        <a:pt x="5999" y="44215"/>
                        <a:pt x="3602" y="41360"/>
                      </a:cubicBezTo>
                      <a:cubicBezTo>
                        <a:pt x="1206" y="38504"/>
                        <a:pt x="0" y="34500"/>
                        <a:pt x="0" y="29362"/>
                      </a:cubicBezTo>
                      <a:lnTo>
                        <a:pt x="0" y="0"/>
                      </a:lnTo>
                      <a:lnTo>
                        <a:pt x="9974" y="0"/>
                      </a:lnTo>
                      <a:lnTo>
                        <a:pt x="9974" y="28114"/>
                      </a:lnTo>
                      <a:cubicBezTo>
                        <a:pt x="9974" y="29907"/>
                        <a:pt x="10204" y="31486"/>
                        <a:pt x="10663" y="32864"/>
                      </a:cubicBezTo>
                      <a:cubicBezTo>
                        <a:pt x="11122" y="34241"/>
                        <a:pt x="11940" y="35332"/>
                        <a:pt x="13102" y="36121"/>
                      </a:cubicBezTo>
                      <a:cubicBezTo>
                        <a:pt x="14279" y="36911"/>
                        <a:pt x="15887" y="37298"/>
                        <a:pt x="17953" y="37298"/>
                      </a:cubicBezTo>
                      <a:cubicBezTo>
                        <a:pt x="20838" y="37298"/>
                        <a:pt x="23306" y="36667"/>
                        <a:pt x="25315" y="35433"/>
                      </a:cubicBezTo>
                      <a:cubicBezTo>
                        <a:pt x="27324" y="34184"/>
                        <a:pt x="29018" y="32692"/>
                        <a:pt x="30367" y="30969"/>
                      </a:cubicBezTo>
                      <a:lnTo>
                        <a:pt x="30367" y="0"/>
                      </a:lnTo>
                      <a:lnTo>
                        <a:pt x="40341" y="0"/>
                      </a:lnTo>
                      <a:lnTo>
                        <a:pt x="40341" y="45005"/>
                      </a:lnTo>
                      <a:lnTo>
                        <a:pt x="30697" y="45005"/>
                      </a:lnTo>
                      <a:lnTo>
                        <a:pt x="30510" y="38131"/>
                      </a:lnTo>
                      <a:cubicBezTo>
                        <a:pt x="29032" y="40011"/>
                        <a:pt x="26980" y="41733"/>
                        <a:pt x="24368" y="43297"/>
                      </a:cubicBezTo>
                      <a:cubicBezTo>
                        <a:pt x="21756" y="44861"/>
                        <a:pt x="18470" y="45651"/>
                        <a:pt x="14538" y="45651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9" name="Forma Livre 138">
                  <a:extLst>
                    <a:ext uri="{FF2B5EF4-FFF2-40B4-BE49-F238E27FC236}">
                      <a16:creationId xmlns:a16="http://schemas.microsoft.com/office/drawing/2014/main" id="{E9D154B8-0091-8491-F9D8-318925CEA7A1}"/>
                    </a:ext>
                  </a:extLst>
                </p:cNvPr>
                <p:cNvSpPr/>
                <p:nvPr/>
              </p:nvSpPr>
              <p:spPr>
                <a:xfrm>
                  <a:off x="11869954" y="6701059"/>
                  <a:ext cx="24554" cy="45607"/>
                </a:xfrm>
                <a:custGeom>
                  <a:avLst/>
                  <a:gdLst>
                    <a:gd name="connsiteX0" fmla="*/ 0 w 24554"/>
                    <a:gd name="connsiteY0" fmla="*/ 45607 h 45607"/>
                    <a:gd name="connsiteX1" fmla="*/ 0 w 24554"/>
                    <a:gd name="connsiteY1" fmla="*/ 603 h 45607"/>
                    <a:gd name="connsiteX2" fmla="*/ 9515 w 24554"/>
                    <a:gd name="connsiteY2" fmla="*/ 603 h 45607"/>
                    <a:gd name="connsiteX3" fmla="*/ 9744 w 24554"/>
                    <a:gd name="connsiteY3" fmla="*/ 8309 h 45607"/>
                    <a:gd name="connsiteX4" fmla="*/ 15025 w 24554"/>
                    <a:gd name="connsiteY4" fmla="*/ 2282 h 45607"/>
                    <a:gd name="connsiteX5" fmla="*/ 23679 w 24554"/>
                    <a:gd name="connsiteY5" fmla="*/ 0 h 45607"/>
                    <a:gd name="connsiteX6" fmla="*/ 24555 w 24554"/>
                    <a:gd name="connsiteY6" fmla="*/ 0 h 45607"/>
                    <a:gd name="connsiteX7" fmla="*/ 24555 w 24554"/>
                    <a:gd name="connsiteY7" fmla="*/ 8725 h 45607"/>
                    <a:gd name="connsiteX8" fmla="*/ 23493 w 24554"/>
                    <a:gd name="connsiteY8" fmla="*/ 8725 h 45607"/>
                    <a:gd name="connsiteX9" fmla="*/ 17881 w 24554"/>
                    <a:gd name="connsiteY9" fmla="*/ 9386 h 45607"/>
                    <a:gd name="connsiteX10" fmla="*/ 13433 w 24554"/>
                    <a:gd name="connsiteY10" fmla="*/ 11423 h 45607"/>
                    <a:gd name="connsiteX11" fmla="*/ 10017 w 24554"/>
                    <a:gd name="connsiteY11" fmla="*/ 14825 h 45607"/>
                    <a:gd name="connsiteX12" fmla="*/ 10017 w 24554"/>
                    <a:gd name="connsiteY12" fmla="*/ 45607 h 45607"/>
                    <a:gd name="connsiteX13" fmla="*/ 0 w 24554"/>
                    <a:gd name="connsiteY13" fmla="*/ 45607 h 45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554" h="45607">
                      <a:moveTo>
                        <a:pt x="0" y="45607"/>
                      </a:moveTo>
                      <a:lnTo>
                        <a:pt x="0" y="603"/>
                      </a:lnTo>
                      <a:lnTo>
                        <a:pt x="9515" y="603"/>
                      </a:lnTo>
                      <a:lnTo>
                        <a:pt x="9744" y="8309"/>
                      </a:lnTo>
                      <a:cubicBezTo>
                        <a:pt x="10979" y="5812"/>
                        <a:pt x="12744" y="3817"/>
                        <a:pt x="15025" y="2282"/>
                      </a:cubicBezTo>
                      <a:cubicBezTo>
                        <a:pt x="17322" y="761"/>
                        <a:pt x="20206" y="0"/>
                        <a:pt x="23679" y="0"/>
                      </a:cubicBezTo>
                      <a:lnTo>
                        <a:pt x="24555" y="0"/>
                      </a:lnTo>
                      <a:lnTo>
                        <a:pt x="24555" y="8725"/>
                      </a:lnTo>
                      <a:lnTo>
                        <a:pt x="23493" y="8725"/>
                      </a:lnTo>
                      <a:cubicBezTo>
                        <a:pt x="21426" y="8725"/>
                        <a:pt x="19560" y="8955"/>
                        <a:pt x="17881" y="9386"/>
                      </a:cubicBezTo>
                      <a:cubicBezTo>
                        <a:pt x="16202" y="9830"/>
                        <a:pt x="14724" y="10519"/>
                        <a:pt x="13433" y="11423"/>
                      </a:cubicBezTo>
                      <a:cubicBezTo>
                        <a:pt x="12141" y="12328"/>
                        <a:pt x="11007" y="13461"/>
                        <a:pt x="10017" y="14825"/>
                      </a:cubicBezTo>
                      <a:lnTo>
                        <a:pt x="10017" y="45607"/>
                      </a:lnTo>
                      <a:lnTo>
                        <a:pt x="0" y="45607"/>
                      </a:ln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0" name="Forma Livre 139">
                  <a:extLst>
                    <a:ext uri="{FF2B5EF4-FFF2-40B4-BE49-F238E27FC236}">
                      <a16:creationId xmlns:a16="http://schemas.microsoft.com/office/drawing/2014/main" id="{77039F9A-F6AC-5035-9300-5C9C951F58F6}"/>
                    </a:ext>
                  </a:extLst>
                </p:cNvPr>
                <p:cNvSpPr/>
                <p:nvPr/>
              </p:nvSpPr>
              <p:spPr>
                <a:xfrm>
                  <a:off x="11897651" y="6701662"/>
                  <a:ext cx="44674" cy="45004"/>
                </a:xfrm>
                <a:custGeom>
                  <a:avLst/>
                  <a:gdLst>
                    <a:gd name="connsiteX0" fmla="*/ 16805 w 44674"/>
                    <a:gd name="connsiteY0" fmla="*/ 45005 h 45004"/>
                    <a:gd name="connsiteX1" fmla="*/ 0 w 44674"/>
                    <a:gd name="connsiteY1" fmla="*/ 0 h 45004"/>
                    <a:gd name="connsiteX2" fmla="*/ 10433 w 44674"/>
                    <a:gd name="connsiteY2" fmla="*/ 0 h 45004"/>
                    <a:gd name="connsiteX3" fmla="*/ 22388 w 44674"/>
                    <a:gd name="connsiteY3" fmla="*/ 35504 h 45004"/>
                    <a:gd name="connsiteX4" fmla="*/ 34572 w 44674"/>
                    <a:gd name="connsiteY4" fmla="*/ 0 h 45004"/>
                    <a:gd name="connsiteX5" fmla="*/ 44675 w 44674"/>
                    <a:gd name="connsiteY5" fmla="*/ 0 h 45004"/>
                    <a:gd name="connsiteX6" fmla="*/ 28013 w 44674"/>
                    <a:gd name="connsiteY6" fmla="*/ 45005 h 45004"/>
                    <a:gd name="connsiteX7" fmla="*/ 16791 w 44674"/>
                    <a:gd name="connsiteY7" fmla="*/ 45005 h 45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4674" h="45004">
                      <a:moveTo>
                        <a:pt x="16805" y="45005"/>
                      </a:moveTo>
                      <a:lnTo>
                        <a:pt x="0" y="0"/>
                      </a:lnTo>
                      <a:lnTo>
                        <a:pt x="10433" y="0"/>
                      </a:lnTo>
                      <a:lnTo>
                        <a:pt x="22388" y="35504"/>
                      </a:lnTo>
                      <a:lnTo>
                        <a:pt x="34572" y="0"/>
                      </a:lnTo>
                      <a:lnTo>
                        <a:pt x="44675" y="0"/>
                      </a:lnTo>
                      <a:lnTo>
                        <a:pt x="28013" y="45005"/>
                      </a:lnTo>
                      <a:lnTo>
                        <a:pt x="16791" y="45005"/>
                      </a:ln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1" name="Forma Livre 140">
                  <a:extLst>
                    <a:ext uri="{FF2B5EF4-FFF2-40B4-BE49-F238E27FC236}">
                      <a16:creationId xmlns:a16="http://schemas.microsoft.com/office/drawing/2014/main" id="{861D91B0-10DE-3A99-49CC-41C3CBA2DB8F}"/>
                    </a:ext>
                  </a:extLst>
                </p:cNvPr>
                <p:cNvSpPr/>
                <p:nvPr/>
              </p:nvSpPr>
              <p:spPr>
                <a:xfrm>
                  <a:off x="11946215" y="6700930"/>
                  <a:ext cx="40067" cy="46525"/>
                </a:xfrm>
                <a:custGeom>
                  <a:avLst/>
                  <a:gdLst>
                    <a:gd name="connsiteX0" fmla="*/ 14351 w 40067"/>
                    <a:gd name="connsiteY0" fmla="*/ 46526 h 46525"/>
                    <a:gd name="connsiteX1" fmla="*/ 7219 w 40067"/>
                    <a:gd name="connsiteY1" fmla="*/ 45062 h 46525"/>
                    <a:gd name="connsiteX2" fmla="*/ 1980 w 40067"/>
                    <a:gd name="connsiteY2" fmla="*/ 40685 h 46525"/>
                    <a:gd name="connsiteX3" fmla="*/ 0 w 40067"/>
                    <a:gd name="connsiteY3" fmla="*/ 33366 h 46525"/>
                    <a:gd name="connsiteX4" fmla="*/ 3760 w 40067"/>
                    <a:gd name="connsiteY4" fmla="*/ 24081 h 46525"/>
                    <a:gd name="connsiteX5" fmla="*/ 14337 w 40067"/>
                    <a:gd name="connsiteY5" fmla="*/ 19790 h 46525"/>
                    <a:gd name="connsiteX6" fmla="*/ 30281 w 40067"/>
                    <a:gd name="connsiteY6" fmla="*/ 18498 h 46525"/>
                    <a:gd name="connsiteX7" fmla="*/ 30281 w 40067"/>
                    <a:gd name="connsiteY7" fmla="*/ 15729 h 46525"/>
                    <a:gd name="connsiteX8" fmla="*/ 27784 w 40067"/>
                    <a:gd name="connsiteY8" fmla="*/ 8812 h 46525"/>
                    <a:gd name="connsiteX9" fmla="*/ 21455 w 40067"/>
                    <a:gd name="connsiteY9" fmla="*/ 6917 h 46525"/>
                    <a:gd name="connsiteX10" fmla="*/ 14538 w 40067"/>
                    <a:gd name="connsiteY10" fmla="*/ 8955 h 46525"/>
                    <a:gd name="connsiteX11" fmla="*/ 11768 w 40067"/>
                    <a:gd name="connsiteY11" fmla="*/ 15470 h 46525"/>
                    <a:gd name="connsiteX12" fmla="*/ 2310 w 40067"/>
                    <a:gd name="connsiteY12" fmla="*/ 15470 h 46525"/>
                    <a:gd name="connsiteX13" fmla="*/ 4736 w 40067"/>
                    <a:gd name="connsiteY13" fmla="*/ 6444 h 46525"/>
                    <a:gd name="connsiteX14" fmla="*/ 11481 w 40067"/>
                    <a:gd name="connsiteY14" fmla="*/ 1521 h 46525"/>
                    <a:gd name="connsiteX15" fmla="*/ 21469 w 40067"/>
                    <a:gd name="connsiteY15" fmla="*/ 0 h 46525"/>
                    <a:gd name="connsiteX16" fmla="*/ 28673 w 40067"/>
                    <a:gd name="connsiteY16" fmla="*/ 689 h 46525"/>
                    <a:gd name="connsiteX17" fmla="*/ 34600 w 40067"/>
                    <a:gd name="connsiteY17" fmla="*/ 3114 h 46525"/>
                    <a:gd name="connsiteX18" fmla="*/ 38619 w 40067"/>
                    <a:gd name="connsiteY18" fmla="*/ 7864 h 46525"/>
                    <a:gd name="connsiteX19" fmla="*/ 40068 w 40067"/>
                    <a:gd name="connsiteY19" fmla="*/ 15600 h 46525"/>
                    <a:gd name="connsiteX20" fmla="*/ 40068 w 40067"/>
                    <a:gd name="connsiteY20" fmla="*/ 45737 h 46525"/>
                    <a:gd name="connsiteX21" fmla="*/ 30740 w 40067"/>
                    <a:gd name="connsiteY21" fmla="*/ 45737 h 46525"/>
                    <a:gd name="connsiteX22" fmla="*/ 30367 w 40067"/>
                    <a:gd name="connsiteY22" fmla="*/ 39408 h 46525"/>
                    <a:gd name="connsiteX23" fmla="*/ 23464 w 40067"/>
                    <a:gd name="connsiteY23" fmla="*/ 44617 h 46525"/>
                    <a:gd name="connsiteX24" fmla="*/ 14351 w 40067"/>
                    <a:gd name="connsiteY24" fmla="*/ 46512 h 46525"/>
                    <a:gd name="connsiteX25" fmla="*/ 17350 w 40067"/>
                    <a:gd name="connsiteY25" fmla="*/ 39408 h 46525"/>
                    <a:gd name="connsiteX26" fmla="*/ 24741 w 40067"/>
                    <a:gd name="connsiteY26" fmla="*/ 37427 h 46525"/>
                    <a:gd name="connsiteX27" fmla="*/ 30194 w 40067"/>
                    <a:gd name="connsiteY27" fmla="*/ 32577 h 46525"/>
                    <a:gd name="connsiteX28" fmla="*/ 30194 w 40067"/>
                    <a:gd name="connsiteY28" fmla="*/ 24411 h 46525"/>
                    <a:gd name="connsiteX29" fmla="*/ 14595 w 40067"/>
                    <a:gd name="connsiteY29" fmla="*/ 26449 h 46525"/>
                    <a:gd name="connsiteX30" fmla="*/ 9974 w 40067"/>
                    <a:gd name="connsiteY30" fmla="*/ 32864 h 46525"/>
                    <a:gd name="connsiteX31" fmla="*/ 11940 w 40067"/>
                    <a:gd name="connsiteY31" fmla="*/ 37714 h 46525"/>
                    <a:gd name="connsiteX32" fmla="*/ 17365 w 40067"/>
                    <a:gd name="connsiteY32" fmla="*/ 39422 h 46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40067" h="46525">
                      <a:moveTo>
                        <a:pt x="14351" y="46526"/>
                      </a:moveTo>
                      <a:cubicBezTo>
                        <a:pt x="11768" y="46526"/>
                        <a:pt x="9386" y="46038"/>
                        <a:pt x="7219" y="45062"/>
                      </a:cubicBezTo>
                      <a:cubicBezTo>
                        <a:pt x="5052" y="44101"/>
                        <a:pt x="3301" y="42637"/>
                        <a:pt x="1980" y="40685"/>
                      </a:cubicBezTo>
                      <a:cubicBezTo>
                        <a:pt x="660" y="38733"/>
                        <a:pt x="0" y="36294"/>
                        <a:pt x="0" y="33366"/>
                      </a:cubicBezTo>
                      <a:cubicBezTo>
                        <a:pt x="0" y="29276"/>
                        <a:pt x="1249" y="26176"/>
                        <a:pt x="3760" y="24081"/>
                      </a:cubicBezTo>
                      <a:cubicBezTo>
                        <a:pt x="6271" y="21986"/>
                        <a:pt x="9787" y="20565"/>
                        <a:pt x="14337" y="19790"/>
                      </a:cubicBezTo>
                      <a:cubicBezTo>
                        <a:pt x="18872" y="19015"/>
                        <a:pt x="24196" y="18585"/>
                        <a:pt x="30281" y="18498"/>
                      </a:cubicBezTo>
                      <a:lnTo>
                        <a:pt x="30281" y="15729"/>
                      </a:lnTo>
                      <a:cubicBezTo>
                        <a:pt x="30281" y="12371"/>
                        <a:pt x="29448" y="10060"/>
                        <a:pt x="27784" y="8812"/>
                      </a:cubicBezTo>
                      <a:cubicBezTo>
                        <a:pt x="26119" y="7563"/>
                        <a:pt x="24009" y="6917"/>
                        <a:pt x="21455" y="6917"/>
                      </a:cubicBezTo>
                      <a:cubicBezTo>
                        <a:pt x="18685" y="6917"/>
                        <a:pt x="16374" y="7592"/>
                        <a:pt x="14538" y="8955"/>
                      </a:cubicBezTo>
                      <a:cubicBezTo>
                        <a:pt x="12701" y="10318"/>
                        <a:pt x="11768" y="12471"/>
                        <a:pt x="11768" y="15470"/>
                      </a:cubicBezTo>
                      <a:lnTo>
                        <a:pt x="2310" y="15470"/>
                      </a:lnTo>
                      <a:cubicBezTo>
                        <a:pt x="2310" y="11725"/>
                        <a:pt x="3114" y="8711"/>
                        <a:pt x="4736" y="6444"/>
                      </a:cubicBezTo>
                      <a:cubicBezTo>
                        <a:pt x="6357" y="4176"/>
                        <a:pt x="8596" y="2540"/>
                        <a:pt x="11481" y="1521"/>
                      </a:cubicBezTo>
                      <a:cubicBezTo>
                        <a:pt x="14365" y="502"/>
                        <a:pt x="17695" y="0"/>
                        <a:pt x="21469" y="0"/>
                      </a:cubicBezTo>
                      <a:cubicBezTo>
                        <a:pt x="24024" y="0"/>
                        <a:pt x="26420" y="230"/>
                        <a:pt x="28673" y="689"/>
                      </a:cubicBezTo>
                      <a:cubicBezTo>
                        <a:pt x="30926" y="1148"/>
                        <a:pt x="32892" y="1952"/>
                        <a:pt x="34600" y="3114"/>
                      </a:cubicBezTo>
                      <a:cubicBezTo>
                        <a:pt x="36308" y="4262"/>
                        <a:pt x="37643" y="5855"/>
                        <a:pt x="38619" y="7864"/>
                      </a:cubicBezTo>
                      <a:cubicBezTo>
                        <a:pt x="39594" y="9888"/>
                        <a:pt x="40068" y="12457"/>
                        <a:pt x="40068" y="15600"/>
                      </a:cubicBezTo>
                      <a:lnTo>
                        <a:pt x="40068" y="45737"/>
                      </a:lnTo>
                      <a:lnTo>
                        <a:pt x="30740" y="45737"/>
                      </a:lnTo>
                      <a:lnTo>
                        <a:pt x="30367" y="39408"/>
                      </a:lnTo>
                      <a:cubicBezTo>
                        <a:pt x="28401" y="41618"/>
                        <a:pt x="26090" y="43369"/>
                        <a:pt x="23464" y="44617"/>
                      </a:cubicBezTo>
                      <a:cubicBezTo>
                        <a:pt x="20838" y="45866"/>
                        <a:pt x="17795" y="46512"/>
                        <a:pt x="14351" y="46512"/>
                      </a:cubicBezTo>
                      <a:close/>
                      <a:moveTo>
                        <a:pt x="17350" y="39408"/>
                      </a:moveTo>
                      <a:cubicBezTo>
                        <a:pt x="20063" y="39408"/>
                        <a:pt x="22517" y="38748"/>
                        <a:pt x="24741" y="37427"/>
                      </a:cubicBezTo>
                      <a:cubicBezTo>
                        <a:pt x="26965" y="36107"/>
                        <a:pt x="28774" y="34485"/>
                        <a:pt x="30194" y="32577"/>
                      </a:cubicBezTo>
                      <a:lnTo>
                        <a:pt x="30194" y="24411"/>
                      </a:lnTo>
                      <a:cubicBezTo>
                        <a:pt x="22875" y="24440"/>
                        <a:pt x="17666" y="25114"/>
                        <a:pt x="14595" y="26449"/>
                      </a:cubicBezTo>
                      <a:cubicBezTo>
                        <a:pt x="11524" y="27784"/>
                        <a:pt x="9974" y="29907"/>
                        <a:pt x="9974" y="32864"/>
                      </a:cubicBezTo>
                      <a:cubicBezTo>
                        <a:pt x="9974" y="34959"/>
                        <a:pt x="10620" y="36566"/>
                        <a:pt x="11940" y="37714"/>
                      </a:cubicBezTo>
                      <a:cubicBezTo>
                        <a:pt x="13260" y="38863"/>
                        <a:pt x="15054" y="39422"/>
                        <a:pt x="17365" y="39422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2" name="Forma Livre 141">
                  <a:extLst>
                    <a:ext uri="{FF2B5EF4-FFF2-40B4-BE49-F238E27FC236}">
                      <a16:creationId xmlns:a16="http://schemas.microsoft.com/office/drawing/2014/main" id="{CC0C3F04-AF45-1598-58C8-BF4DF9AD2553}"/>
                    </a:ext>
                  </a:extLst>
                </p:cNvPr>
                <p:cNvSpPr/>
                <p:nvPr/>
              </p:nvSpPr>
              <p:spPr>
                <a:xfrm>
                  <a:off x="11999816" y="6733880"/>
                  <a:ext cx="13748" cy="13346"/>
                </a:xfrm>
                <a:custGeom>
                  <a:avLst/>
                  <a:gdLst>
                    <a:gd name="connsiteX0" fmla="*/ 6917 w 13748"/>
                    <a:gd name="connsiteY0" fmla="*/ 13346 h 13346"/>
                    <a:gd name="connsiteX1" fmla="*/ 1937 w 13748"/>
                    <a:gd name="connsiteY1" fmla="*/ 11409 h 13346"/>
                    <a:gd name="connsiteX2" fmla="*/ 0 w 13748"/>
                    <a:gd name="connsiteY2" fmla="*/ 6659 h 13346"/>
                    <a:gd name="connsiteX3" fmla="*/ 1937 w 13748"/>
                    <a:gd name="connsiteY3" fmla="*/ 1851 h 13346"/>
                    <a:gd name="connsiteX4" fmla="*/ 6917 w 13748"/>
                    <a:gd name="connsiteY4" fmla="*/ 0 h 13346"/>
                    <a:gd name="connsiteX5" fmla="*/ 11854 w 13748"/>
                    <a:gd name="connsiteY5" fmla="*/ 1851 h 13346"/>
                    <a:gd name="connsiteX6" fmla="*/ 13748 w 13748"/>
                    <a:gd name="connsiteY6" fmla="*/ 6659 h 13346"/>
                    <a:gd name="connsiteX7" fmla="*/ 11854 w 13748"/>
                    <a:gd name="connsiteY7" fmla="*/ 11409 h 13346"/>
                    <a:gd name="connsiteX8" fmla="*/ 6917 w 13748"/>
                    <a:gd name="connsiteY8" fmla="*/ 13346 h 13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748" h="13346">
                      <a:moveTo>
                        <a:pt x="6917" y="13346"/>
                      </a:moveTo>
                      <a:cubicBezTo>
                        <a:pt x="4879" y="13346"/>
                        <a:pt x="3229" y="12701"/>
                        <a:pt x="1937" y="11409"/>
                      </a:cubicBezTo>
                      <a:cubicBezTo>
                        <a:pt x="646" y="10117"/>
                        <a:pt x="0" y="8539"/>
                        <a:pt x="0" y="6659"/>
                      </a:cubicBezTo>
                      <a:cubicBezTo>
                        <a:pt x="0" y="4693"/>
                        <a:pt x="646" y="3085"/>
                        <a:pt x="1937" y="1851"/>
                      </a:cubicBezTo>
                      <a:cubicBezTo>
                        <a:pt x="3229" y="617"/>
                        <a:pt x="4894" y="0"/>
                        <a:pt x="6917" y="0"/>
                      </a:cubicBezTo>
                      <a:cubicBezTo>
                        <a:pt x="8941" y="0"/>
                        <a:pt x="10591" y="617"/>
                        <a:pt x="11854" y="1851"/>
                      </a:cubicBezTo>
                      <a:cubicBezTo>
                        <a:pt x="13117" y="3085"/>
                        <a:pt x="13748" y="4678"/>
                        <a:pt x="13748" y="6659"/>
                      </a:cubicBezTo>
                      <a:cubicBezTo>
                        <a:pt x="13748" y="8639"/>
                        <a:pt x="13117" y="10117"/>
                        <a:pt x="11854" y="11409"/>
                      </a:cubicBezTo>
                      <a:cubicBezTo>
                        <a:pt x="10591" y="12701"/>
                        <a:pt x="8941" y="13346"/>
                        <a:pt x="6917" y="13346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3" name="Forma Livre 142">
                  <a:extLst>
                    <a:ext uri="{FF2B5EF4-FFF2-40B4-BE49-F238E27FC236}">
                      <a16:creationId xmlns:a16="http://schemas.microsoft.com/office/drawing/2014/main" id="{E015F79D-B9F5-C1ED-0CEE-7DC0F5EAE322}"/>
                    </a:ext>
                  </a:extLst>
                </p:cNvPr>
                <p:cNvSpPr/>
                <p:nvPr/>
              </p:nvSpPr>
              <p:spPr>
                <a:xfrm>
                  <a:off x="11999816" y="6634643"/>
                  <a:ext cx="13748" cy="13346"/>
                </a:xfrm>
                <a:custGeom>
                  <a:avLst/>
                  <a:gdLst>
                    <a:gd name="connsiteX0" fmla="*/ 6917 w 13748"/>
                    <a:gd name="connsiteY0" fmla="*/ 13346 h 13346"/>
                    <a:gd name="connsiteX1" fmla="*/ 1937 w 13748"/>
                    <a:gd name="connsiteY1" fmla="*/ 11409 h 13346"/>
                    <a:gd name="connsiteX2" fmla="*/ 0 w 13748"/>
                    <a:gd name="connsiteY2" fmla="*/ 6659 h 13346"/>
                    <a:gd name="connsiteX3" fmla="*/ 1937 w 13748"/>
                    <a:gd name="connsiteY3" fmla="*/ 1851 h 13346"/>
                    <a:gd name="connsiteX4" fmla="*/ 6917 w 13748"/>
                    <a:gd name="connsiteY4" fmla="*/ 0 h 13346"/>
                    <a:gd name="connsiteX5" fmla="*/ 11854 w 13748"/>
                    <a:gd name="connsiteY5" fmla="*/ 1851 h 13346"/>
                    <a:gd name="connsiteX6" fmla="*/ 13748 w 13748"/>
                    <a:gd name="connsiteY6" fmla="*/ 6659 h 13346"/>
                    <a:gd name="connsiteX7" fmla="*/ 11854 w 13748"/>
                    <a:gd name="connsiteY7" fmla="*/ 11409 h 13346"/>
                    <a:gd name="connsiteX8" fmla="*/ 6917 w 13748"/>
                    <a:gd name="connsiteY8" fmla="*/ 13346 h 13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748" h="13346">
                      <a:moveTo>
                        <a:pt x="6917" y="13346"/>
                      </a:moveTo>
                      <a:cubicBezTo>
                        <a:pt x="4879" y="13346"/>
                        <a:pt x="3229" y="12701"/>
                        <a:pt x="1937" y="11409"/>
                      </a:cubicBezTo>
                      <a:cubicBezTo>
                        <a:pt x="646" y="10117"/>
                        <a:pt x="0" y="8539"/>
                        <a:pt x="0" y="6659"/>
                      </a:cubicBezTo>
                      <a:cubicBezTo>
                        <a:pt x="0" y="4693"/>
                        <a:pt x="646" y="3085"/>
                        <a:pt x="1937" y="1851"/>
                      </a:cubicBezTo>
                      <a:cubicBezTo>
                        <a:pt x="3229" y="617"/>
                        <a:pt x="4894" y="0"/>
                        <a:pt x="6917" y="0"/>
                      </a:cubicBezTo>
                      <a:cubicBezTo>
                        <a:pt x="8941" y="0"/>
                        <a:pt x="10591" y="617"/>
                        <a:pt x="11854" y="1851"/>
                      </a:cubicBezTo>
                      <a:cubicBezTo>
                        <a:pt x="13117" y="3085"/>
                        <a:pt x="13748" y="4678"/>
                        <a:pt x="13748" y="6659"/>
                      </a:cubicBezTo>
                      <a:cubicBezTo>
                        <a:pt x="13748" y="8639"/>
                        <a:pt x="13117" y="10117"/>
                        <a:pt x="11854" y="11409"/>
                      </a:cubicBezTo>
                      <a:cubicBezTo>
                        <a:pt x="10591" y="12701"/>
                        <a:pt x="8941" y="13346"/>
                        <a:pt x="6917" y="13346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22" name="Gráfico 3">
                <a:extLst>
                  <a:ext uri="{FF2B5EF4-FFF2-40B4-BE49-F238E27FC236}">
                    <a16:creationId xmlns:a16="http://schemas.microsoft.com/office/drawing/2014/main" id="{E656F001-EC62-04B1-69F3-CFFF062E312C}"/>
                  </a:ext>
                </a:extLst>
              </p:cNvPr>
              <p:cNvGrpSpPr/>
              <p:nvPr/>
            </p:nvGrpSpPr>
            <p:grpSpPr>
              <a:xfrm>
                <a:off x="11638774" y="6684541"/>
                <a:ext cx="94271" cy="62929"/>
                <a:chOff x="11638774" y="6684541"/>
                <a:chExt cx="94271" cy="62929"/>
              </a:xfrm>
              <a:grpFill/>
            </p:grpSpPr>
            <p:sp>
              <p:nvSpPr>
                <p:cNvPr id="123" name="Forma Livre 122">
                  <a:extLst>
                    <a:ext uri="{FF2B5EF4-FFF2-40B4-BE49-F238E27FC236}">
                      <a16:creationId xmlns:a16="http://schemas.microsoft.com/office/drawing/2014/main" id="{6DD91130-6439-B4C7-A802-4B3557220570}"/>
                    </a:ext>
                  </a:extLst>
                </p:cNvPr>
                <p:cNvSpPr/>
                <p:nvPr/>
              </p:nvSpPr>
              <p:spPr>
                <a:xfrm>
                  <a:off x="11638774" y="6684541"/>
                  <a:ext cx="42651" cy="62929"/>
                </a:xfrm>
                <a:custGeom>
                  <a:avLst/>
                  <a:gdLst>
                    <a:gd name="connsiteX0" fmla="*/ 17867 w 42651"/>
                    <a:gd name="connsiteY0" fmla="*/ 62915 h 62929"/>
                    <a:gd name="connsiteX1" fmla="*/ 8568 w 42651"/>
                    <a:gd name="connsiteY1" fmla="*/ 60332 h 62929"/>
                    <a:gd name="connsiteX2" fmla="*/ 2267 w 42651"/>
                    <a:gd name="connsiteY2" fmla="*/ 52510 h 62929"/>
                    <a:gd name="connsiteX3" fmla="*/ 0 w 42651"/>
                    <a:gd name="connsiteY3" fmla="*/ 39422 h 62929"/>
                    <a:gd name="connsiteX4" fmla="*/ 2425 w 42651"/>
                    <a:gd name="connsiteY4" fmla="*/ 26564 h 62929"/>
                    <a:gd name="connsiteX5" fmla="*/ 9113 w 42651"/>
                    <a:gd name="connsiteY5" fmla="*/ 18900 h 62929"/>
                    <a:gd name="connsiteX6" fmla="*/ 18972 w 42651"/>
                    <a:gd name="connsiteY6" fmla="*/ 16346 h 62929"/>
                    <a:gd name="connsiteX7" fmla="*/ 27138 w 42651"/>
                    <a:gd name="connsiteY7" fmla="*/ 18384 h 62929"/>
                    <a:gd name="connsiteX8" fmla="*/ 32677 w 42651"/>
                    <a:gd name="connsiteY8" fmla="*/ 23780 h 62929"/>
                    <a:gd name="connsiteX9" fmla="*/ 32677 w 42651"/>
                    <a:gd name="connsiteY9" fmla="*/ 0 h 62929"/>
                    <a:gd name="connsiteX10" fmla="*/ 42651 w 42651"/>
                    <a:gd name="connsiteY10" fmla="*/ 0 h 62929"/>
                    <a:gd name="connsiteX11" fmla="*/ 42651 w 42651"/>
                    <a:gd name="connsiteY11" fmla="*/ 62140 h 62929"/>
                    <a:gd name="connsiteX12" fmla="*/ 33194 w 42651"/>
                    <a:gd name="connsiteY12" fmla="*/ 62140 h 62929"/>
                    <a:gd name="connsiteX13" fmla="*/ 32692 w 42651"/>
                    <a:gd name="connsiteY13" fmla="*/ 55682 h 62929"/>
                    <a:gd name="connsiteX14" fmla="*/ 26650 w 42651"/>
                    <a:gd name="connsiteY14" fmla="*/ 60949 h 62929"/>
                    <a:gd name="connsiteX15" fmla="*/ 17881 w 42651"/>
                    <a:gd name="connsiteY15" fmla="*/ 62929 h 62929"/>
                    <a:gd name="connsiteX16" fmla="*/ 20450 w 42651"/>
                    <a:gd name="connsiteY16" fmla="*/ 55108 h 62929"/>
                    <a:gd name="connsiteX17" fmla="*/ 27927 w 42651"/>
                    <a:gd name="connsiteY17" fmla="*/ 52869 h 62929"/>
                    <a:gd name="connsiteX18" fmla="*/ 32677 w 42651"/>
                    <a:gd name="connsiteY18" fmla="*/ 47545 h 62929"/>
                    <a:gd name="connsiteX19" fmla="*/ 32677 w 42651"/>
                    <a:gd name="connsiteY19" fmla="*/ 32261 h 62929"/>
                    <a:gd name="connsiteX20" fmla="*/ 28228 w 42651"/>
                    <a:gd name="connsiteY20" fmla="*/ 26521 h 62929"/>
                    <a:gd name="connsiteX21" fmla="*/ 21182 w 42651"/>
                    <a:gd name="connsiteY21" fmla="*/ 24138 h 62929"/>
                    <a:gd name="connsiteX22" fmla="*/ 13016 w 42651"/>
                    <a:gd name="connsiteY22" fmla="*/ 28085 h 62929"/>
                    <a:gd name="connsiteX23" fmla="*/ 10204 w 42651"/>
                    <a:gd name="connsiteY23" fmla="*/ 39365 h 62929"/>
                    <a:gd name="connsiteX24" fmla="*/ 12858 w 42651"/>
                    <a:gd name="connsiteY24" fmla="*/ 51161 h 62929"/>
                    <a:gd name="connsiteX25" fmla="*/ 20450 w 42651"/>
                    <a:gd name="connsiteY25" fmla="*/ 55108 h 62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2651" h="62929">
                      <a:moveTo>
                        <a:pt x="17867" y="62915"/>
                      </a:moveTo>
                      <a:cubicBezTo>
                        <a:pt x="14365" y="62915"/>
                        <a:pt x="11266" y="62054"/>
                        <a:pt x="8568" y="60332"/>
                      </a:cubicBezTo>
                      <a:cubicBezTo>
                        <a:pt x="5870" y="58609"/>
                        <a:pt x="3774" y="55998"/>
                        <a:pt x="2267" y="52510"/>
                      </a:cubicBezTo>
                      <a:cubicBezTo>
                        <a:pt x="761" y="49023"/>
                        <a:pt x="0" y="44660"/>
                        <a:pt x="0" y="39422"/>
                      </a:cubicBezTo>
                      <a:cubicBezTo>
                        <a:pt x="0" y="34184"/>
                        <a:pt x="804" y="29965"/>
                        <a:pt x="2425" y="26564"/>
                      </a:cubicBezTo>
                      <a:cubicBezTo>
                        <a:pt x="4047" y="23163"/>
                        <a:pt x="6271" y="20622"/>
                        <a:pt x="9113" y="18900"/>
                      </a:cubicBezTo>
                      <a:cubicBezTo>
                        <a:pt x="11954" y="17192"/>
                        <a:pt x="15241" y="16346"/>
                        <a:pt x="18972" y="16346"/>
                      </a:cubicBezTo>
                      <a:cubicBezTo>
                        <a:pt x="22115" y="16346"/>
                        <a:pt x="24842" y="17020"/>
                        <a:pt x="27138" y="18384"/>
                      </a:cubicBezTo>
                      <a:cubicBezTo>
                        <a:pt x="29434" y="19747"/>
                        <a:pt x="31285" y="21541"/>
                        <a:pt x="32677" y="23780"/>
                      </a:cubicBezTo>
                      <a:lnTo>
                        <a:pt x="32677" y="0"/>
                      </a:lnTo>
                      <a:lnTo>
                        <a:pt x="42651" y="0"/>
                      </a:lnTo>
                      <a:lnTo>
                        <a:pt x="42651" y="62140"/>
                      </a:lnTo>
                      <a:lnTo>
                        <a:pt x="33194" y="62140"/>
                      </a:lnTo>
                      <a:lnTo>
                        <a:pt x="32692" y="55682"/>
                      </a:lnTo>
                      <a:cubicBezTo>
                        <a:pt x="31099" y="57863"/>
                        <a:pt x="29075" y="59614"/>
                        <a:pt x="26650" y="60949"/>
                      </a:cubicBezTo>
                      <a:cubicBezTo>
                        <a:pt x="24224" y="62283"/>
                        <a:pt x="21297" y="62929"/>
                        <a:pt x="17881" y="62929"/>
                      </a:cubicBezTo>
                      <a:close/>
                      <a:moveTo>
                        <a:pt x="20450" y="55108"/>
                      </a:moveTo>
                      <a:cubicBezTo>
                        <a:pt x="23406" y="55108"/>
                        <a:pt x="25904" y="54362"/>
                        <a:pt x="27927" y="52869"/>
                      </a:cubicBezTo>
                      <a:cubicBezTo>
                        <a:pt x="29965" y="51377"/>
                        <a:pt x="31544" y="49611"/>
                        <a:pt x="32677" y="47545"/>
                      </a:cubicBezTo>
                      <a:lnTo>
                        <a:pt x="32677" y="32261"/>
                      </a:lnTo>
                      <a:cubicBezTo>
                        <a:pt x="31601" y="30008"/>
                        <a:pt x="30108" y="28099"/>
                        <a:pt x="28228" y="26521"/>
                      </a:cubicBezTo>
                      <a:cubicBezTo>
                        <a:pt x="26334" y="24928"/>
                        <a:pt x="23995" y="24138"/>
                        <a:pt x="21182" y="24138"/>
                      </a:cubicBezTo>
                      <a:cubicBezTo>
                        <a:pt x="17609" y="24138"/>
                        <a:pt x="14882" y="25444"/>
                        <a:pt x="13016" y="28085"/>
                      </a:cubicBezTo>
                      <a:cubicBezTo>
                        <a:pt x="11136" y="30711"/>
                        <a:pt x="10204" y="34471"/>
                        <a:pt x="10204" y="39365"/>
                      </a:cubicBezTo>
                      <a:cubicBezTo>
                        <a:pt x="10204" y="44589"/>
                        <a:pt x="11093" y="48521"/>
                        <a:pt x="12858" y="51161"/>
                      </a:cubicBezTo>
                      <a:cubicBezTo>
                        <a:pt x="14624" y="53788"/>
                        <a:pt x="17164" y="55108"/>
                        <a:pt x="20450" y="55108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 123">
                  <a:extLst>
                    <a:ext uri="{FF2B5EF4-FFF2-40B4-BE49-F238E27FC236}">
                      <a16:creationId xmlns:a16="http://schemas.microsoft.com/office/drawing/2014/main" id="{A2DA269C-A89C-FC4C-631D-727948444992}"/>
                    </a:ext>
                  </a:extLst>
                </p:cNvPr>
                <p:cNvSpPr/>
                <p:nvPr/>
              </p:nvSpPr>
              <p:spPr>
                <a:xfrm>
                  <a:off x="11692977" y="6700930"/>
                  <a:ext cx="40068" cy="46525"/>
                </a:xfrm>
                <a:custGeom>
                  <a:avLst/>
                  <a:gdLst>
                    <a:gd name="connsiteX0" fmla="*/ 14351 w 40068"/>
                    <a:gd name="connsiteY0" fmla="*/ 46526 h 46525"/>
                    <a:gd name="connsiteX1" fmla="*/ 7219 w 40068"/>
                    <a:gd name="connsiteY1" fmla="*/ 45062 h 46525"/>
                    <a:gd name="connsiteX2" fmla="*/ 1980 w 40068"/>
                    <a:gd name="connsiteY2" fmla="*/ 40685 h 46525"/>
                    <a:gd name="connsiteX3" fmla="*/ 0 w 40068"/>
                    <a:gd name="connsiteY3" fmla="*/ 33366 h 46525"/>
                    <a:gd name="connsiteX4" fmla="*/ 3760 w 40068"/>
                    <a:gd name="connsiteY4" fmla="*/ 24081 h 46525"/>
                    <a:gd name="connsiteX5" fmla="*/ 14337 w 40068"/>
                    <a:gd name="connsiteY5" fmla="*/ 19790 h 46525"/>
                    <a:gd name="connsiteX6" fmla="*/ 30281 w 40068"/>
                    <a:gd name="connsiteY6" fmla="*/ 18498 h 46525"/>
                    <a:gd name="connsiteX7" fmla="*/ 30281 w 40068"/>
                    <a:gd name="connsiteY7" fmla="*/ 15729 h 46525"/>
                    <a:gd name="connsiteX8" fmla="*/ 27784 w 40068"/>
                    <a:gd name="connsiteY8" fmla="*/ 8812 h 46525"/>
                    <a:gd name="connsiteX9" fmla="*/ 21455 w 40068"/>
                    <a:gd name="connsiteY9" fmla="*/ 6917 h 46525"/>
                    <a:gd name="connsiteX10" fmla="*/ 14538 w 40068"/>
                    <a:gd name="connsiteY10" fmla="*/ 8955 h 46525"/>
                    <a:gd name="connsiteX11" fmla="*/ 11768 w 40068"/>
                    <a:gd name="connsiteY11" fmla="*/ 15470 h 46525"/>
                    <a:gd name="connsiteX12" fmla="*/ 2311 w 40068"/>
                    <a:gd name="connsiteY12" fmla="*/ 15470 h 46525"/>
                    <a:gd name="connsiteX13" fmla="*/ 4736 w 40068"/>
                    <a:gd name="connsiteY13" fmla="*/ 6444 h 46525"/>
                    <a:gd name="connsiteX14" fmla="*/ 11481 w 40068"/>
                    <a:gd name="connsiteY14" fmla="*/ 1521 h 46525"/>
                    <a:gd name="connsiteX15" fmla="*/ 21469 w 40068"/>
                    <a:gd name="connsiteY15" fmla="*/ 0 h 46525"/>
                    <a:gd name="connsiteX16" fmla="*/ 28673 w 40068"/>
                    <a:gd name="connsiteY16" fmla="*/ 689 h 46525"/>
                    <a:gd name="connsiteX17" fmla="*/ 34600 w 40068"/>
                    <a:gd name="connsiteY17" fmla="*/ 3114 h 46525"/>
                    <a:gd name="connsiteX18" fmla="*/ 38619 w 40068"/>
                    <a:gd name="connsiteY18" fmla="*/ 7864 h 46525"/>
                    <a:gd name="connsiteX19" fmla="*/ 40068 w 40068"/>
                    <a:gd name="connsiteY19" fmla="*/ 15600 h 46525"/>
                    <a:gd name="connsiteX20" fmla="*/ 40068 w 40068"/>
                    <a:gd name="connsiteY20" fmla="*/ 45737 h 46525"/>
                    <a:gd name="connsiteX21" fmla="*/ 30740 w 40068"/>
                    <a:gd name="connsiteY21" fmla="*/ 45737 h 46525"/>
                    <a:gd name="connsiteX22" fmla="*/ 30367 w 40068"/>
                    <a:gd name="connsiteY22" fmla="*/ 39408 h 46525"/>
                    <a:gd name="connsiteX23" fmla="*/ 23464 w 40068"/>
                    <a:gd name="connsiteY23" fmla="*/ 44617 h 46525"/>
                    <a:gd name="connsiteX24" fmla="*/ 14351 w 40068"/>
                    <a:gd name="connsiteY24" fmla="*/ 46512 h 46525"/>
                    <a:gd name="connsiteX25" fmla="*/ 17350 w 40068"/>
                    <a:gd name="connsiteY25" fmla="*/ 39408 h 46525"/>
                    <a:gd name="connsiteX26" fmla="*/ 24741 w 40068"/>
                    <a:gd name="connsiteY26" fmla="*/ 37427 h 46525"/>
                    <a:gd name="connsiteX27" fmla="*/ 30195 w 40068"/>
                    <a:gd name="connsiteY27" fmla="*/ 32577 h 46525"/>
                    <a:gd name="connsiteX28" fmla="*/ 30195 w 40068"/>
                    <a:gd name="connsiteY28" fmla="*/ 24411 h 46525"/>
                    <a:gd name="connsiteX29" fmla="*/ 14595 w 40068"/>
                    <a:gd name="connsiteY29" fmla="*/ 26449 h 46525"/>
                    <a:gd name="connsiteX30" fmla="*/ 9974 w 40068"/>
                    <a:gd name="connsiteY30" fmla="*/ 32864 h 46525"/>
                    <a:gd name="connsiteX31" fmla="*/ 11940 w 40068"/>
                    <a:gd name="connsiteY31" fmla="*/ 37714 h 46525"/>
                    <a:gd name="connsiteX32" fmla="*/ 17365 w 40068"/>
                    <a:gd name="connsiteY32" fmla="*/ 39422 h 46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40068" h="46525">
                      <a:moveTo>
                        <a:pt x="14351" y="46526"/>
                      </a:moveTo>
                      <a:cubicBezTo>
                        <a:pt x="11768" y="46526"/>
                        <a:pt x="9386" y="46038"/>
                        <a:pt x="7219" y="45062"/>
                      </a:cubicBezTo>
                      <a:cubicBezTo>
                        <a:pt x="5052" y="44101"/>
                        <a:pt x="3301" y="42637"/>
                        <a:pt x="1980" y="40685"/>
                      </a:cubicBezTo>
                      <a:cubicBezTo>
                        <a:pt x="660" y="38733"/>
                        <a:pt x="0" y="36294"/>
                        <a:pt x="0" y="33366"/>
                      </a:cubicBezTo>
                      <a:cubicBezTo>
                        <a:pt x="0" y="29276"/>
                        <a:pt x="1249" y="26176"/>
                        <a:pt x="3760" y="24081"/>
                      </a:cubicBezTo>
                      <a:cubicBezTo>
                        <a:pt x="6271" y="21986"/>
                        <a:pt x="9787" y="20565"/>
                        <a:pt x="14337" y="19790"/>
                      </a:cubicBezTo>
                      <a:cubicBezTo>
                        <a:pt x="18872" y="19015"/>
                        <a:pt x="24196" y="18585"/>
                        <a:pt x="30281" y="18498"/>
                      </a:cubicBezTo>
                      <a:lnTo>
                        <a:pt x="30281" y="15729"/>
                      </a:lnTo>
                      <a:cubicBezTo>
                        <a:pt x="30281" y="12371"/>
                        <a:pt x="29448" y="10060"/>
                        <a:pt x="27784" y="8812"/>
                      </a:cubicBezTo>
                      <a:cubicBezTo>
                        <a:pt x="26119" y="7563"/>
                        <a:pt x="24009" y="6917"/>
                        <a:pt x="21455" y="6917"/>
                      </a:cubicBezTo>
                      <a:cubicBezTo>
                        <a:pt x="18685" y="6917"/>
                        <a:pt x="16374" y="7592"/>
                        <a:pt x="14538" y="8955"/>
                      </a:cubicBezTo>
                      <a:cubicBezTo>
                        <a:pt x="12701" y="10318"/>
                        <a:pt x="11768" y="12471"/>
                        <a:pt x="11768" y="15470"/>
                      </a:cubicBezTo>
                      <a:lnTo>
                        <a:pt x="2311" y="15470"/>
                      </a:lnTo>
                      <a:cubicBezTo>
                        <a:pt x="2311" y="11725"/>
                        <a:pt x="3114" y="8711"/>
                        <a:pt x="4736" y="6444"/>
                      </a:cubicBezTo>
                      <a:cubicBezTo>
                        <a:pt x="6358" y="4176"/>
                        <a:pt x="8596" y="2540"/>
                        <a:pt x="11481" y="1521"/>
                      </a:cubicBezTo>
                      <a:cubicBezTo>
                        <a:pt x="14365" y="502"/>
                        <a:pt x="17695" y="0"/>
                        <a:pt x="21469" y="0"/>
                      </a:cubicBezTo>
                      <a:cubicBezTo>
                        <a:pt x="24024" y="0"/>
                        <a:pt x="26420" y="230"/>
                        <a:pt x="28673" y="689"/>
                      </a:cubicBezTo>
                      <a:cubicBezTo>
                        <a:pt x="30926" y="1148"/>
                        <a:pt x="32893" y="1952"/>
                        <a:pt x="34600" y="3114"/>
                      </a:cubicBezTo>
                      <a:cubicBezTo>
                        <a:pt x="36308" y="4262"/>
                        <a:pt x="37643" y="5855"/>
                        <a:pt x="38619" y="7864"/>
                      </a:cubicBezTo>
                      <a:cubicBezTo>
                        <a:pt x="39594" y="9888"/>
                        <a:pt x="40068" y="12457"/>
                        <a:pt x="40068" y="15600"/>
                      </a:cubicBezTo>
                      <a:lnTo>
                        <a:pt x="40068" y="45737"/>
                      </a:lnTo>
                      <a:lnTo>
                        <a:pt x="30740" y="45737"/>
                      </a:lnTo>
                      <a:lnTo>
                        <a:pt x="30367" y="39408"/>
                      </a:lnTo>
                      <a:cubicBezTo>
                        <a:pt x="28401" y="41618"/>
                        <a:pt x="26090" y="43369"/>
                        <a:pt x="23464" y="44617"/>
                      </a:cubicBezTo>
                      <a:cubicBezTo>
                        <a:pt x="20838" y="45866"/>
                        <a:pt x="17795" y="46512"/>
                        <a:pt x="14351" y="46512"/>
                      </a:cubicBezTo>
                      <a:close/>
                      <a:moveTo>
                        <a:pt x="17350" y="39408"/>
                      </a:moveTo>
                      <a:cubicBezTo>
                        <a:pt x="20063" y="39408"/>
                        <a:pt x="22517" y="38748"/>
                        <a:pt x="24741" y="37427"/>
                      </a:cubicBezTo>
                      <a:cubicBezTo>
                        <a:pt x="26966" y="36107"/>
                        <a:pt x="28774" y="34485"/>
                        <a:pt x="30195" y="32577"/>
                      </a:cubicBezTo>
                      <a:lnTo>
                        <a:pt x="30195" y="24411"/>
                      </a:lnTo>
                      <a:cubicBezTo>
                        <a:pt x="22875" y="24440"/>
                        <a:pt x="17666" y="25114"/>
                        <a:pt x="14595" y="26449"/>
                      </a:cubicBezTo>
                      <a:cubicBezTo>
                        <a:pt x="11524" y="27784"/>
                        <a:pt x="9974" y="29907"/>
                        <a:pt x="9974" y="32864"/>
                      </a:cubicBezTo>
                      <a:cubicBezTo>
                        <a:pt x="9974" y="34959"/>
                        <a:pt x="10620" y="36566"/>
                        <a:pt x="11940" y="37714"/>
                      </a:cubicBezTo>
                      <a:cubicBezTo>
                        <a:pt x="13260" y="38863"/>
                        <a:pt x="15054" y="39422"/>
                        <a:pt x="17365" y="39422"/>
                      </a:cubicBezTo>
                      <a:close/>
                    </a:path>
                  </a:pathLst>
                </a:custGeom>
                <a:grpFill/>
                <a:ln w="14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120" name="Forma Livre 119">
              <a:extLst>
                <a:ext uri="{FF2B5EF4-FFF2-40B4-BE49-F238E27FC236}">
                  <a16:creationId xmlns:a16="http://schemas.microsoft.com/office/drawing/2014/main" id="{CF9BB631-8ECD-C680-5A48-A88C5E4A0891}"/>
                </a:ext>
              </a:extLst>
            </p:cNvPr>
            <p:cNvSpPr/>
            <p:nvPr/>
          </p:nvSpPr>
          <p:spPr>
            <a:xfrm>
              <a:off x="11296029" y="6585570"/>
              <a:ext cx="101117" cy="161111"/>
            </a:xfrm>
            <a:custGeom>
              <a:avLst/>
              <a:gdLst>
                <a:gd name="connsiteX0" fmla="*/ 73664 w 101117"/>
                <a:gd name="connsiteY0" fmla="*/ 19080 h 161111"/>
                <a:gd name="connsiteX1" fmla="*/ 101117 w 101117"/>
                <a:gd name="connsiteY1" fmla="*/ 161068 h 161111"/>
                <a:gd name="connsiteX2" fmla="*/ 80767 w 101117"/>
                <a:gd name="connsiteY2" fmla="*/ 161068 h 161111"/>
                <a:gd name="connsiteX3" fmla="*/ 53127 w 101117"/>
                <a:gd name="connsiteY3" fmla="*/ 23112 h 161111"/>
                <a:gd name="connsiteX4" fmla="*/ 47918 w 101117"/>
                <a:gd name="connsiteY4" fmla="*/ 23112 h 161111"/>
                <a:gd name="connsiteX5" fmla="*/ 20335 w 101117"/>
                <a:gd name="connsiteY5" fmla="*/ 161112 h 161111"/>
                <a:gd name="connsiteX6" fmla="*/ 0 w 101117"/>
                <a:gd name="connsiteY6" fmla="*/ 161112 h 161111"/>
                <a:gd name="connsiteX7" fmla="*/ 27410 w 101117"/>
                <a:gd name="connsiteY7" fmla="*/ 19094 h 161111"/>
                <a:gd name="connsiteX8" fmla="*/ 73678 w 101117"/>
                <a:gd name="connsiteY8" fmla="*/ 19094 h 16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117" h="161111">
                  <a:moveTo>
                    <a:pt x="73664" y="19080"/>
                  </a:moveTo>
                  <a:lnTo>
                    <a:pt x="101117" y="161068"/>
                  </a:lnTo>
                  <a:lnTo>
                    <a:pt x="80767" y="161068"/>
                  </a:lnTo>
                  <a:cubicBezTo>
                    <a:pt x="80767" y="161068"/>
                    <a:pt x="53127" y="23112"/>
                    <a:pt x="53127" y="23112"/>
                  </a:cubicBezTo>
                  <a:cubicBezTo>
                    <a:pt x="52553" y="20271"/>
                    <a:pt x="48478" y="20271"/>
                    <a:pt x="47918" y="23112"/>
                  </a:cubicBezTo>
                  <a:lnTo>
                    <a:pt x="20335" y="161112"/>
                  </a:lnTo>
                  <a:lnTo>
                    <a:pt x="0" y="161112"/>
                  </a:lnTo>
                  <a:cubicBezTo>
                    <a:pt x="0" y="161112"/>
                    <a:pt x="27410" y="19094"/>
                    <a:pt x="27410" y="19094"/>
                  </a:cubicBezTo>
                  <a:cubicBezTo>
                    <a:pt x="32318" y="-6365"/>
                    <a:pt x="68756" y="-6365"/>
                    <a:pt x="73678" y="19094"/>
                  </a:cubicBezTo>
                  <a:close/>
                </a:path>
              </a:pathLst>
            </a:custGeom>
            <a:solidFill>
              <a:srgbClr val="FF7700"/>
            </a:solidFill>
            <a:ln w="14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49" name="Espaço Reservado para Número de Slide 5">
            <a:extLst>
              <a:ext uri="{FF2B5EF4-FFF2-40B4-BE49-F238E27FC236}">
                <a16:creationId xmlns:a16="http://schemas.microsoft.com/office/drawing/2014/main" id="{D5DCF71A-2A81-625D-2B82-F2CBDD188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3864" y="63444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BDCB7"/>
                </a:solidFill>
              </a:defRPr>
            </a:lvl1pPr>
          </a:lstStyle>
          <a:p>
            <a:fld id="{DD94480A-015C-7245-8390-D8AFE0C3D066}" type="slidenum">
              <a:rPr lang="pt-BR" smtClean="0"/>
              <a:pPr/>
              <a:t>‹nº›</a:t>
            </a:fld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01E9E96-3862-A881-1ADB-B957892E6C19}"/>
              </a:ext>
            </a:extLst>
          </p:cNvPr>
          <p:cNvGrpSpPr/>
          <p:nvPr userDrawn="1"/>
        </p:nvGrpSpPr>
        <p:grpSpPr>
          <a:xfrm>
            <a:off x="10654012" y="166616"/>
            <a:ext cx="436425" cy="158549"/>
            <a:chOff x="233171" y="166616"/>
            <a:chExt cx="436425" cy="158549"/>
          </a:xfrm>
        </p:grpSpPr>
        <p:sp>
          <p:nvSpPr>
            <p:cNvPr id="3" name="Forma Livre 2">
              <a:extLst>
                <a:ext uri="{FF2B5EF4-FFF2-40B4-BE49-F238E27FC236}">
                  <a16:creationId xmlns:a16="http://schemas.microsoft.com/office/drawing/2014/main" id="{37EE45F4-910D-FE20-43A6-A5DB6EC7F776}"/>
                </a:ext>
              </a:extLst>
            </p:cNvPr>
            <p:cNvSpPr/>
            <p:nvPr/>
          </p:nvSpPr>
          <p:spPr>
            <a:xfrm>
              <a:off x="233171" y="198429"/>
              <a:ext cx="79360" cy="126722"/>
            </a:xfrm>
            <a:custGeom>
              <a:avLst/>
              <a:gdLst>
                <a:gd name="connsiteX0" fmla="*/ 79346 w 79360"/>
                <a:gd name="connsiteY0" fmla="*/ 126722 h 126722"/>
                <a:gd name="connsiteX1" fmla="*/ 56835 w 79360"/>
                <a:gd name="connsiteY1" fmla="*/ 13393 h 126722"/>
                <a:gd name="connsiteX2" fmla="*/ 40489 w 79360"/>
                <a:gd name="connsiteY2" fmla="*/ 0 h 126722"/>
                <a:gd name="connsiteX3" fmla="*/ 38857 w 79360"/>
                <a:gd name="connsiteY3" fmla="*/ 0 h 126722"/>
                <a:gd name="connsiteX4" fmla="*/ 22511 w 79360"/>
                <a:gd name="connsiteY4" fmla="*/ 13393 h 126722"/>
                <a:gd name="connsiteX5" fmla="*/ 0 w 79360"/>
                <a:gd name="connsiteY5" fmla="*/ 126722 h 126722"/>
                <a:gd name="connsiteX6" fmla="*/ 15872 w 79360"/>
                <a:gd name="connsiteY6" fmla="*/ 126722 h 126722"/>
                <a:gd name="connsiteX7" fmla="*/ 37811 w 79360"/>
                <a:gd name="connsiteY7" fmla="*/ 17083 h 126722"/>
                <a:gd name="connsiteX8" fmla="*/ 41549 w 79360"/>
                <a:gd name="connsiteY8" fmla="*/ 17083 h 126722"/>
                <a:gd name="connsiteX9" fmla="*/ 63488 w 79360"/>
                <a:gd name="connsiteY9" fmla="*/ 126722 h 126722"/>
                <a:gd name="connsiteX10" fmla="*/ 79360 w 79360"/>
                <a:gd name="connsiteY10" fmla="*/ 126722 h 1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360" h="126722">
                  <a:moveTo>
                    <a:pt x="79346" y="126722"/>
                  </a:moveTo>
                  <a:lnTo>
                    <a:pt x="56835" y="13393"/>
                  </a:lnTo>
                  <a:cubicBezTo>
                    <a:pt x="55287" y="5611"/>
                    <a:pt x="48439" y="0"/>
                    <a:pt x="40489" y="0"/>
                  </a:cubicBezTo>
                  <a:lnTo>
                    <a:pt x="38857" y="0"/>
                  </a:lnTo>
                  <a:cubicBezTo>
                    <a:pt x="30907" y="0"/>
                    <a:pt x="24059" y="5611"/>
                    <a:pt x="22511" y="13393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37811" y="17083"/>
                  </a:lnTo>
                  <a:cubicBezTo>
                    <a:pt x="38216" y="15050"/>
                    <a:pt x="41145" y="15050"/>
                    <a:pt x="41549" y="17083"/>
                  </a:cubicBezTo>
                  <a:lnTo>
                    <a:pt x="63488" y="126722"/>
                  </a:lnTo>
                  <a:lnTo>
                    <a:pt x="79360" y="126722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ECFEC8AD-9310-C839-B217-06511DB400F0}"/>
                </a:ext>
              </a:extLst>
            </p:cNvPr>
            <p:cNvSpPr/>
            <p:nvPr/>
          </p:nvSpPr>
          <p:spPr>
            <a:xfrm>
              <a:off x="407736" y="198429"/>
              <a:ext cx="79360" cy="126722"/>
            </a:xfrm>
            <a:custGeom>
              <a:avLst/>
              <a:gdLst>
                <a:gd name="connsiteX0" fmla="*/ 79346 w 79360"/>
                <a:gd name="connsiteY0" fmla="*/ 126722 h 126722"/>
                <a:gd name="connsiteX1" fmla="*/ 56835 w 79360"/>
                <a:gd name="connsiteY1" fmla="*/ 13393 h 126722"/>
                <a:gd name="connsiteX2" fmla="*/ 40489 w 79360"/>
                <a:gd name="connsiteY2" fmla="*/ 0 h 126722"/>
                <a:gd name="connsiteX3" fmla="*/ 38857 w 79360"/>
                <a:gd name="connsiteY3" fmla="*/ 0 h 126722"/>
                <a:gd name="connsiteX4" fmla="*/ 22511 w 79360"/>
                <a:gd name="connsiteY4" fmla="*/ 13393 h 126722"/>
                <a:gd name="connsiteX5" fmla="*/ 0 w 79360"/>
                <a:gd name="connsiteY5" fmla="*/ 126722 h 126722"/>
                <a:gd name="connsiteX6" fmla="*/ 15872 w 79360"/>
                <a:gd name="connsiteY6" fmla="*/ 126722 h 126722"/>
                <a:gd name="connsiteX7" fmla="*/ 37811 w 79360"/>
                <a:gd name="connsiteY7" fmla="*/ 17083 h 126722"/>
                <a:gd name="connsiteX8" fmla="*/ 41549 w 79360"/>
                <a:gd name="connsiteY8" fmla="*/ 17083 h 126722"/>
                <a:gd name="connsiteX9" fmla="*/ 63488 w 79360"/>
                <a:gd name="connsiteY9" fmla="*/ 126722 h 126722"/>
                <a:gd name="connsiteX10" fmla="*/ 79360 w 79360"/>
                <a:gd name="connsiteY10" fmla="*/ 126722 h 1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360" h="126722">
                  <a:moveTo>
                    <a:pt x="79346" y="126722"/>
                  </a:moveTo>
                  <a:lnTo>
                    <a:pt x="56835" y="13393"/>
                  </a:lnTo>
                  <a:cubicBezTo>
                    <a:pt x="55287" y="5611"/>
                    <a:pt x="48439" y="0"/>
                    <a:pt x="40489" y="0"/>
                  </a:cubicBezTo>
                  <a:lnTo>
                    <a:pt x="38857" y="0"/>
                  </a:lnTo>
                  <a:cubicBezTo>
                    <a:pt x="30907" y="0"/>
                    <a:pt x="24059" y="5611"/>
                    <a:pt x="22511" y="13393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37811" y="17083"/>
                  </a:lnTo>
                  <a:cubicBezTo>
                    <a:pt x="38216" y="15050"/>
                    <a:pt x="41145" y="15050"/>
                    <a:pt x="41549" y="17083"/>
                  </a:cubicBezTo>
                  <a:lnTo>
                    <a:pt x="63488" y="126722"/>
                  </a:lnTo>
                  <a:lnTo>
                    <a:pt x="79360" y="126722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1CE5BD-C10E-CBF6-46A0-FEF6B5C27A55}"/>
                </a:ext>
              </a:extLst>
            </p:cNvPr>
            <p:cNvSpPr/>
            <p:nvPr/>
          </p:nvSpPr>
          <p:spPr>
            <a:xfrm>
              <a:off x="328390" y="198443"/>
              <a:ext cx="71410" cy="126722"/>
            </a:xfrm>
            <a:custGeom>
              <a:avLst/>
              <a:gdLst>
                <a:gd name="connsiteX0" fmla="*/ 44576 w 71410"/>
                <a:gd name="connsiteY0" fmla="*/ 65547 h 126722"/>
                <a:gd name="connsiteX1" fmla="*/ 46026 w 71410"/>
                <a:gd name="connsiteY1" fmla="*/ 63333 h 126722"/>
                <a:gd name="connsiteX2" fmla="*/ 47463 w 71410"/>
                <a:gd name="connsiteY2" fmla="*/ 63333 h 126722"/>
                <a:gd name="connsiteX3" fmla="*/ 71243 w 71410"/>
                <a:gd name="connsiteY3" fmla="*/ 39595 h 126722"/>
                <a:gd name="connsiteX4" fmla="*/ 71243 w 71410"/>
                <a:gd name="connsiteY4" fmla="*/ 39595 h 126722"/>
                <a:gd name="connsiteX5" fmla="*/ 31577 w 71410"/>
                <a:gd name="connsiteY5" fmla="*/ 0 h 126722"/>
                <a:gd name="connsiteX6" fmla="*/ 15872 w 71410"/>
                <a:gd name="connsiteY6" fmla="*/ 0 h 126722"/>
                <a:gd name="connsiteX7" fmla="*/ 0 w 71410"/>
                <a:gd name="connsiteY7" fmla="*/ 0 h 126722"/>
                <a:gd name="connsiteX8" fmla="*/ 0 w 71410"/>
                <a:gd name="connsiteY8" fmla="*/ 126722 h 126722"/>
                <a:gd name="connsiteX9" fmla="*/ 15872 w 71410"/>
                <a:gd name="connsiteY9" fmla="*/ 126722 h 126722"/>
                <a:gd name="connsiteX10" fmla="*/ 15872 w 71410"/>
                <a:gd name="connsiteY10" fmla="*/ 15788 h 126722"/>
                <a:gd name="connsiteX11" fmla="*/ 32176 w 71410"/>
                <a:gd name="connsiteY11" fmla="*/ 15788 h 126722"/>
                <a:gd name="connsiteX12" fmla="*/ 55985 w 71410"/>
                <a:gd name="connsiteY12" fmla="*/ 39554 h 126722"/>
                <a:gd name="connsiteX13" fmla="*/ 55985 w 71410"/>
                <a:gd name="connsiteY13" fmla="*/ 39554 h 126722"/>
                <a:gd name="connsiteX14" fmla="*/ 48049 w 71410"/>
                <a:gd name="connsiteY14" fmla="*/ 47476 h 126722"/>
                <a:gd name="connsiteX15" fmla="*/ 45050 w 71410"/>
                <a:gd name="connsiteY15" fmla="*/ 47476 h 126722"/>
                <a:gd name="connsiteX16" fmla="*/ 30517 w 71410"/>
                <a:gd name="connsiteY16" fmla="*/ 69668 h 126722"/>
                <a:gd name="connsiteX17" fmla="*/ 55538 w 71410"/>
                <a:gd name="connsiteY17" fmla="*/ 126708 h 126722"/>
                <a:gd name="connsiteX18" fmla="*/ 71410 w 71410"/>
                <a:gd name="connsiteY18" fmla="*/ 126708 h 126722"/>
                <a:gd name="connsiteX19" fmla="*/ 44576 w 71410"/>
                <a:gd name="connsiteY19" fmla="*/ 65547 h 1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1410" h="126722">
                  <a:moveTo>
                    <a:pt x="44576" y="65547"/>
                  </a:moveTo>
                  <a:cubicBezTo>
                    <a:pt x="44115" y="64503"/>
                    <a:pt x="44882" y="63333"/>
                    <a:pt x="46026" y="63333"/>
                  </a:cubicBezTo>
                  <a:lnTo>
                    <a:pt x="47463" y="63333"/>
                  </a:lnTo>
                  <a:cubicBezTo>
                    <a:pt x="60601" y="63333"/>
                    <a:pt x="71243" y="52697"/>
                    <a:pt x="71243" y="39595"/>
                  </a:cubicBezTo>
                  <a:lnTo>
                    <a:pt x="71243" y="39595"/>
                  </a:lnTo>
                  <a:cubicBezTo>
                    <a:pt x="71243" y="17723"/>
                    <a:pt x="53474" y="0"/>
                    <a:pt x="31577" y="0"/>
                  </a:cubicBezTo>
                  <a:lnTo>
                    <a:pt x="15872" y="0"/>
                  </a:lnTo>
                  <a:cubicBezTo>
                    <a:pt x="15872" y="0"/>
                    <a:pt x="0" y="0"/>
                    <a:pt x="0" y="0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15872" y="15788"/>
                  </a:lnTo>
                  <a:lnTo>
                    <a:pt x="32176" y="15788"/>
                  </a:lnTo>
                  <a:cubicBezTo>
                    <a:pt x="45329" y="15788"/>
                    <a:pt x="55985" y="26425"/>
                    <a:pt x="55985" y="39554"/>
                  </a:cubicBezTo>
                  <a:lnTo>
                    <a:pt x="55985" y="39554"/>
                  </a:lnTo>
                  <a:cubicBezTo>
                    <a:pt x="55985" y="43939"/>
                    <a:pt x="52428" y="47476"/>
                    <a:pt x="48049" y="47476"/>
                  </a:cubicBezTo>
                  <a:lnTo>
                    <a:pt x="45050" y="47476"/>
                  </a:lnTo>
                  <a:cubicBezTo>
                    <a:pt x="33599" y="47476"/>
                    <a:pt x="25928" y="59198"/>
                    <a:pt x="30517" y="69668"/>
                  </a:cubicBezTo>
                  <a:lnTo>
                    <a:pt x="55538" y="126708"/>
                  </a:lnTo>
                  <a:lnTo>
                    <a:pt x="71410" y="126708"/>
                  </a:lnTo>
                  <a:lnTo>
                    <a:pt x="44576" y="65547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4AF42AD9-3FB0-890C-0647-1001B0636B7F}"/>
                </a:ext>
              </a:extLst>
            </p:cNvPr>
            <p:cNvSpPr/>
            <p:nvPr/>
          </p:nvSpPr>
          <p:spPr>
            <a:xfrm>
              <a:off x="502815" y="198429"/>
              <a:ext cx="79360" cy="126722"/>
            </a:xfrm>
            <a:custGeom>
              <a:avLst/>
              <a:gdLst>
                <a:gd name="connsiteX0" fmla="*/ 28 w 79360"/>
                <a:gd name="connsiteY0" fmla="*/ 0 h 126722"/>
                <a:gd name="connsiteX1" fmla="*/ 28 w 79360"/>
                <a:gd name="connsiteY1" fmla="*/ 87001 h 126722"/>
                <a:gd name="connsiteX2" fmla="*/ 39694 w 79360"/>
                <a:gd name="connsiteY2" fmla="*/ 126722 h 126722"/>
                <a:gd name="connsiteX3" fmla="*/ 79360 w 79360"/>
                <a:gd name="connsiteY3" fmla="*/ 87001 h 126722"/>
                <a:gd name="connsiteX4" fmla="*/ 79360 w 79360"/>
                <a:gd name="connsiteY4" fmla="*/ 0 h 126722"/>
                <a:gd name="connsiteX5" fmla="*/ 63530 w 79360"/>
                <a:gd name="connsiteY5" fmla="*/ 0 h 126722"/>
                <a:gd name="connsiteX6" fmla="*/ 63530 w 79360"/>
                <a:gd name="connsiteY6" fmla="*/ 87001 h 126722"/>
                <a:gd name="connsiteX7" fmla="*/ 39680 w 79360"/>
                <a:gd name="connsiteY7" fmla="*/ 110878 h 126722"/>
                <a:gd name="connsiteX8" fmla="*/ 15830 w 79360"/>
                <a:gd name="connsiteY8" fmla="*/ 87001 h 126722"/>
                <a:gd name="connsiteX9" fmla="*/ 15830 w 79360"/>
                <a:gd name="connsiteY9" fmla="*/ 0 h 126722"/>
                <a:gd name="connsiteX10" fmla="*/ 0 w 79360"/>
                <a:gd name="connsiteY10" fmla="*/ 0 h 1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360" h="126722">
                  <a:moveTo>
                    <a:pt x="28" y="0"/>
                  </a:moveTo>
                  <a:lnTo>
                    <a:pt x="28" y="87001"/>
                  </a:lnTo>
                  <a:cubicBezTo>
                    <a:pt x="28" y="108901"/>
                    <a:pt x="17825" y="126722"/>
                    <a:pt x="39694" y="126722"/>
                  </a:cubicBezTo>
                  <a:cubicBezTo>
                    <a:pt x="61563" y="126722"/>
                    <a:pt x="79360" y="108901"/>
                    <a:pt x="79360" y="87001"/>
                  </a:cubicBezTo>
                  <a:lnTo>
                    <a:pt x="79360" y="0"/>
                  </a:lnTo>
                  <a:lnTo>
                    <a:pt x="63530" y="0"/>
                  </a:lnTo>
                  <a:lnTo>
                    <a:pt x="63530" y="87001"/>
                  </a:lnTo>
                  <a:cubicBezTo>
                    <a:pt x="63530" y="100186"/>
                    <a:pt x="52860" y="110878"/>
                    <a:pt x="39680" y="110878"/>
                  </a:cubicBezTo>
                  <a:cubicBezTo>
                    <a:pt x="26500" y="110878"/>
                    <a:pt x="15830" y="100186"/>
                    <a:pt x="15830" y="87001"/>
                  </a:cubicBezTo>
                  <a:lnTo>
                    <a:pt x="158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AB427231-B3A8-A6B0-B8A2-68CEFC41AA8D}"/>
                </a:ext>
              </a:extLst>
            </p:cNvPr>
            <p:cNvSpPr/>
            <p:nvPr/>
          </p:nvSpPr>
          <p:spPr>
            <a:xfrm>
              <a:off x="598109" y="198388"/>
              <a:ext cx="71487" cy="126763"/>
            </a:xfrm>
            <a:custGeom>
              <a:avLst/>
              <a:gdLst>
                <a:gd name="connsiteX0" fmla="*/ 71488 w 71487"/>
                <a:gd name="connsiteY0" fmla="*/ 126764 h 126763"/>
                <a:gd name="connsiteX1" fmla="*/ 17484 w 71487"/>
                <a:gd name="connsiteY1" fmla="*/ 126764 h 126763"/>
                <a:gd name="connsiteX2" fmla="*/ 2797 w 71487"/>
                <a:gd name="connsiteY2" fmla="*/ 99922 h 126763"/>
                <a:gd name="connsiteX3" fmla="*/ 54556 w 71487"/>
                <a:gd name="connsiteY3" fmla="*/ 19505 h 126763"/>
                <a:gd name="connsiteX4" fmla="*/ 52547 w 71487"/>
                <a:gd name="connsiteY4" fmla="*/ 15844 h 126763"/>
                <a:gd name="connsiteX5" fmla="*/ 119 w 71487"/>
                <a:gd name="connsiteY5" fmla="*/ 15844 h 126763"/>
                <a:gd name="connsiteX6" fmla="*/ 119 w 71487"/>
                <a:gd name="connsiteY6" fmla="*/ 0 h 126763"/>
                <a:gd name="connsiteX7" fmla="*/ 53998 w 71487"/>
                <a:gd name="connsiteY7" fmla="*/ 0 h 126763"/>
                <a:gd name="connsiteX8" fmla="*/ 68684 w 71487"/>
                <a:gd name="connsiteY8" fmla="*/ 26843 h 126763"/>
                <a:gd name="connsiteX9" fmla="*/ 16926 w 71487"/>
                <a:gd name="connsiteY9" fmla="*/ 107259 h 126763"/>
                <a:gd name="connsiteX10" fmla="*/ 18934 w 71487"/>
                <a:gd name="connsiteY10" fmla="*/ 110920 h 126763"/>
                <a:gd name="connsiteX11" fmla="*/ 71488 w 71487"/>
                <a:gd name="connsiteY11" fmla="*/ 110920 h 126763"/>
                <a:gd name="connsiteX12" fmla="*/ 71488 w 71487"/>
                <a:gd name="connsiteY12" fmla="*/ 126764 h 12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1487" h="126763">
                  <a:moveTo>
                    <a:pt x="71488" y="126764"/>
                  </a:moveTo>
                  <a:lnTo>
                    <a:pt x="17484" y="126764"/>
                  </a:lnTo>
                  <a:cubicBezTo>
                    <a:pt x="3676" y="126764"/>
                    <a:pt x="-4664" y="111519"/>
                    <a:pt x="2797" y="99922"/>
                  </a:cubicBezTo>
                  <a:lnTo>
                    <a:pt x="54556" y="19505"/>
                  </a:lnTo>
                  <a:cubicBezTo>
                    <a:pt x="55574" y="17918"/>
                    <a:pt x="54430" y="15844"/>
                    <a:pt x="52547" y="15844"/>
                  </a:cubicBezTo>
                  <a:lnTo>
                    <a:pt x="119" y="15844"/>
                  </a:lnTo>
                  <a:lnTo>
                    <a:pt x="119" y="0"/>
                  </a:lnTo>
                  <a:lnTo>
                    <a:pt x="53998" y="0"/>
                  </a:lnTo>
                  <a:cubicBezTo>
                    <a:pt x="67806" y="0"/>
                    <a:pt x="76146" y="15245"/>
                    <a:pt x="68684" y="26843"/>
                  </a:cubicBezTo>
                  <a:lnTo>
                    <a:pt x="16926" y="107259"/>
                  </a:lnTo>
                  <a:cubicBezTo>
                    <a:pt x="15908" y="108846"/>
                    <a:pt x="17051" y="110920"/>
                    <a:pt x="18934" y="110920"/>
                  </a:cubicBezTo>
                  <a:lnTo>
                    <a:pt x="71488" y="110920"/>
                  </a:lnTo>
                  <a:lnTo>
                    <a:pt x="71488" y="126764"/>
                  </a:lnTo>
                  <a:close/>
                </a:path>
              </a:pathLst>
            </a:custGeom>
            <a:solidFill>
              <a:schemeClr val="bg1"/>
            </a:solidFill>
            <a:ln w="13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" name="Forma Livre 7">
              <a:extLst>
                <a:ext uri="{FF2B5EF4-FFF2-40B4-BE49-F238E27FC236}">
                  <a16:creationId xmlns:a16="http://schemas.microsoft.com/office/drawing/2014/main" id="{FFA07DA6-FE13-869B-8A26-6A825F2B7238}"/>
                </a:ext>
              </a:extLst>
            </p:cNvPr>
            <p:cNvSpPr/>
            <p:nvPr/>
          </p:nvSpPr>
          <p:spPr>
            <a:xfrm>
              <a:off x="534684" y="166616"/>
              <a:ext cx="31730" cy="31771"/>
            </a:xfrm>
            <a:custGeom>
              <a:avLst/>
              <a:gdLst>
                <a:gd name="connsiteX0" fmla="*/ 31730 w 31730"/>
                <a:gd name="connsiteY0" fmla="*/ 0 h 31771"/>
                <a:gd name="connsiteX1" fmla="*/ 0 w 31730"/>
                <a:gd name="connsiteY1" fmla="*/ 15969 h 31771"/>
                <a:gd name="connsiteX2" fmla="*/ 0 w 31730"/>
                <a:gd name="connsiteY2" fmla="*/ 31771 h 31771"/>
                <a:gd name="connsiteX3" fmla="*/ 31730 w 31730"/>
                <a:gd name="connsiteY3" fmla="*/ 15802 h 31771"/>
                <a:gd name="connsiteX4" fmla="*/ 31730 w 31730"/>
                <a:gd name="connsiteY4" fmla="*/ 0 h 3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30" h="31771">
                  <a:moveTo>
                    <a:pt x="31730" y="0"/>
                  </a:moveTo>
                  <a:lnTo>
                    <a:pt x="0" y="15969"/>
                  </a:lnTo>
                  <a:lnTo>
                    <a:pt x="0" y="31771"/>
                  </a:lnTo>
                  <a:lnTo>
                    <a:pt x="31730" y="15802"/>
                  </a:lnTo>
                  <a:lnTo>
                    <a:pt x="31730" y="0"/>
                  </a:lnTo>
                  <a:close/>
                </a:path>
              </a:pathLst>
            </a:custGeom>
            <a:solidFill>
              <a:srgbClr val="EE7518"/>
            </a:solidFill>
            <a:ln w="13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551BAE26-5F31-1E94-2DA6-85CD722CD2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2638" y="1778291"/>
            <a:ext cx="6999287" cy="458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800" b="1" i="0" kern="1200" dirty="0">
                <a:solidFill>
                  <a:srgbClr val="3BDCB7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Título destaque tam. 20 ~ 28</a:t>
            </a:r>
          </a:p>
        </p:txBody>
      </p:sp>
    </p:spTree>
    <p:extLst>
      <p:ext uri="{BB962C8B-B14F-4D97-AF65-F5344CB8AC3E}">
        <p14:creationId xmlns:p14="http://schemas.microsoft.com/office/powerpoint/2010/main" val="61599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ITULOS BRANCO">
    <p:bg>
      <p:bgPr>
        <a:solidFill>
          <a:srgbClr val="F0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176BE477-FDAC-8E6E-0FB3-9EB332EFC8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1049" y="-441850"/>
            <a:ext cx="9377680" cy="79550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3A5CAF7-12AA-CB4B-F45C-C2ABF58B06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69" y="5105987"/>
            <a:ext cx="3296114" cy="1849120"/>
          </a:xfrm>
          <a:prstGeom prst="rect">
            <a:avLst/>
          </a:prstGeom>
        </p:spPr>
      </p:pic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8AFDBFBE-2AF6-E363-F1B9-A67C0EC9DF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2638" y="3693477"/>
            <a:ext cx="6995142" cy="394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solidFill>
                  <a:srgbClr val="EE7518"/>
                </a:soli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pt-BR" dirty="0"/>
              <a:t>Subtítulos tam. 28 ~ 20</a:t>
            </a:r>
          </a:p>
        </p:txBody>
      </p:sp>
      <p:sp>
        <p:nvSpPr>
          <p:cNvPr id="11" name="Espaço Reservado para Texto 4">
            <a:extLst>
              <a:ext uri="{FF2B5EF4-FFF2-40B4-BE49-F238E27FC236}">
                <a16:creationId xmlns:a16="http://schemas.microsoft.com/office/drawing/2014/main" id="{C6CB0A30-71C2-725F-0616-5224C91C5F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2638" y="2914207"/>
            <a:ext cx="6209833" cy="5006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4400" b="1" i="0" kern="1200" dirty="0">
                <a:solidFill>
                  <a:srgbClr val="05443A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Capítulos tam. 44 ~ 36</a:t>
            </a:r>
          </a:p>
        </p:txBody>
      </p:sp>
      <p:grpSp>
        <p:nvGrpSpPr>
          <p:cNvPr id="3" name="Gráfico 4">
            <a:extLst>
              <a:ext uri="{FF2B5EF4-FFF2-40B4-BE49-F238E27FC236}">
                <a16:creationId xmlns:a16="http://schemas.microsoft.com/office/drawing/2014/main" id="{8ABD2F49-114F-AB2A-FF5A-C63BDD81CB6B}"/>
              </a:ext>
            </a:extLst>
          </p:cNvPr>
          <p:cNvGrpSpPr/>
          <p:nvPr userDrawn="1"/>
        </p:nvGrpSpPr>
        <p:grpSpPr>
          <a:xfrm>
            <a:off x="10257396" y="247426"/>
            <a:ext cx="1424767" cy="517601"/>
            <a:chOff x="229028" y="165415"/>
            <a:chExt cx="436425" cy="158548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4D866677-6118-434B-1366-1301E172A592}"/>
                </a:ext>
              </a:extLst>
            </p:cNvPr>
            <p:cNvSpPr/>
            <p:nvPr/>
          </p:nvSpPr>
          <p:spPr>
            <a:xfrm>
              <a:off x="229028" y="197228"/>
              <a:ext cx="79360" cy="126722"/>
            </a:xfrm>
            <a:custGeom>
              <a:avLst/>
              <a:gdLst>
                <a:gd name="csX0" fmla="*/ 79346 w 79360"/>
                <a:gd name="csY0" fmla="*/ 126722 h 126722"/>
                <a:gd name="csX1" fmla="*/ 56835 w 79360"/>
                <a:gd name="csY1" fmla="*/ 13393 h 126722"/>
                <a:gd name="csX2" fmla="*/ 40489 w 79360"/>
                <a:gd name="csY2" fmla="*/ 0 h 126722"/>
                <a:gd name="csX3" fmla="*/ 38857 w 79360"/>
                <a:gd name="csY3" fmla="*/ 0 h 126722"/>
                <a:gd name="csX4" fmla="*/ 22511 w 79360"/>
                <a:gd name="csY4" fmla="*/ 13393 h 126722"/>
                <a:gd name="csX5" fmla="*/ 0 w 79360"/>
                <a:gd name="csY5" fmla="*/ 126722 h 126722"/>
                <a:gd name="csX6" fmla="*/ 15872 w 79360"/>
                <a:gd name="csY6" fmla="*/ 126722 h 126722"/>
                <a:gd name="csX7" fmla="*/ 37811 w 79360"/>
                <a:gd name="csY7" fmla="*/ 17083 h 126722"/>
                <a:gd name="csX8" fmla="*/ 41549 w 79360"/>
                <a:gd name="csY8" fmla="*/ 17083 h 126722"/>
                <a:gd name="csX9" fmla="*/ 63488 w 79360"/>
                <a:gd name="csY9" fmla="*/ 126722 h 126722"/>
                <a:gd name="csX10" fmla="*/ 79360 w 79360"/>
                <a:gd name="csY10" fmla="*/ 126722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79346" y="126722"/>
                  </a:moveTo>
                  <a:lnTo>
                    <a:pt x="56835" y="13393"/>
                  </a:lnTo>
                  <a:cubicBezTo>
                    <a:pt x="55287" y="5611"/>
                    <a:pt x="48439" y="0"/>
                    <a:pt x="40489" y="0"/>
                  </a:cubicBezTo>
                  <a:lnTo>
                    <a:pt x="38857" y="0"/>
                  </a:lnTo>
                  <a:cubicBezTo>
                    <a:pt x="30907" y="0"/>
                    <a:pt x="24059" y="5611"/>
                    <a:pt x="22511" y="13393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37811" y="17083"/>
                  </a:lnTo>
                  <a:cubicBezTo>
                    <a:pt x="38216" y="15050"/>
                    <a:pt x="41145" y="15050"/>
                    <a:pt x="41549" y="17083"/>
                  </a:cubicBezTo>
                  <a:lnTo>
                    <a:pt x="63488" y="126722"/>
                  </a:lnTo>
                  <a:lnTo>
                    <a:pt x="79360" y="126722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4215A922-B177-C672-6C57-AF0B6A6558A7}"/>
                </a:ext>
              </a:extLst>
            </p:cNvPr>
            <p:cNvSpPr/>
            <p:nvPr/>
          </p:nvSpPr>
          <p:spPr>
            <a:xfrm>
              <a:off x="403593" y="197228"/>
              <a:ext cx="79360" cy="126722"/>
            </a:xfrm>
            <a:custGeom>
              <a:avLst/>
              <a:gdLst>
                <a:gd name="csX0" fmla="*/ 79346 w 79360"/>
                <a:gd name="csY0" fmla="*/ 126722 h 126722"/>
                <a:gd name="csX1" fmla="*/ 56835 w 79360"/>
                <a:gd name="csY1" fmla="*/ 13393 h 126722"/>
                <a:gd name="csX2" fmla="*/ 40489 w 79360"/>
                <a:gd name="csY2" fmla="*/ 0 h 126722"/>
                <a:gd name="csX3" fmla="*/ 38857 w 79360"/>
                <a:gd name="csY3" fmla="*/ 0 h 126722"/>
                <a:gd name="csX4" fmla="*/ 22511 w 79360"/>
                <a:gd name="csY4" fmla="*/ 13393 h 126722"/>
                <a:gd name="csX5" fmla="*/ 0 w 79360"/>
                <a:gd name="csY5" fmla="*/ 126722 h 126722"/>
                <a:gd name="csX6" fmla="*/ 15872 w 79360"/>
                <a:gd name="csY6" fmla="*/ 126722 h 126722"/>
                <a:gd name="csX7" fmla="*/ 37811 w 79360"/>
                <a:gd name="csY7" fmla="*/ 17083 h 126722"/>
                <a:gd name="csX8" fmla="*/ 41549 w 79360"/>
                <a:gd name="csY8" fmla="*/ 17083 h 126722"/>
                <a:gd name="csX9" fmla="*/ 63488 w 79360"/>
                <a:gd name="csY9" fmla="*/ 126722 h 126722"/>
                <a:gd name="csX10" fmla="*/ 79360 w 79360"/>
                <a:gd name="csY10" fmla="*/ 126722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79346" y="126722"/>
                  </a:moveTo>
                  <a:lnTo>
                    <a:pt x="56835" y="13393"/>
                  </a:lnTo>
                  <a:cubicBezTo>
                    <a:pt x="55287" y="5611"/>
                    <a:pt x="48439" y="0"/>
                    <a:pt x="40489" y="0"/>
                  </a:cubicBezTo>
                  <a:lnTo>
                    <a:pt x="38857" y="0"/>
                  </a:lnTo>
                  <a:cubicBezTo>
                    <a:pt x="30907" y="0"/>
                    <a:pt x="24059" y="5611"/>
                    <a:pt x="22511" y="13393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37811" y="17083"/>
                  </a:lnTo>
                  <a:cubicBezTo>
                    <a:pt x="38216" y="15050"/>
                    <a:pt x="41145" y="15050"/>
                    <a:pt x="41549" y="17083"/>
                  </a:cubicBezTo>
                  <a:lnTo>
                    <a:pt x="63488" y="126722"/>
                  </a:lnTo>
                  <a:lnTo>
                    <a:pt x="79360" y="126722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15CA0B55-DA7A-B66F-118E-80CFD28B8B7F}"/>
                </a:ext>
              </a:extLst>
            </p:cNvPr>
            <p:cNvSpPr/>
            <p:nvPr/>
          </p:nvSpPr>
          <p:spPr>
            <a:xfrm>
              <a:off x="324247" y="197242"/>
              <a:ext cx="71410" cy="126722"/>
            </a:xfrm>
            <a:custGeom>
              <a:avLst/>
              <a:gdLst>
                <a:gd name="csX0" fmla="*/ 44576 w 71410"/>
                <a:gd name="csY0" fmla="*/ 65547 h 126722"/>
                <a:gd name="csX1" fmla="*/ 46026 w 71410"/>
                <a:gd name="csY1" fmla="*/ 63333 h 126722"/>
                <a:gd name="csX2" fmla="*/ 47463 w 71410"/>
                <a:gd name="csY2" fmla="*/ 63333 h 126722"/>
                <a:gd name="csX3" fmla="*/ 71243 w 71410"/>
                <a:gd name="csY3" fmla="*/ 39595 h 126722"/>
                <a:gd name="csX4" fmla="*/ 71243 w 71410"/>
                <a:gd name="csY4" fmla="*/ 39595 h 126722"/>
                <a:gd name="csX5" fmla="*/ 31577 w 71410"/>
                <a:gd name="csY5" fmla="*/ 0 h 126722"/>
                <a:gd name="csX6" fmla="*/ 15872 w 71410"/>
                <a:gd name="csY6" fmla="*/ 0 h 126722"/>
                <a:gd name="csX7" fmla="*/ 0 w 71410"/>
                <a:gd name="csY7" fmla="*/ 0 h 126722"/>
                <a:gd name="csX8" fmla="*/ 0 w 71410"/>
                <a:gd name="csY8" fmla="*/ 126722 h 126722"/>
                <a:gd name="csX9" fmla="*/ 15872 w 71410"/>
                <a:gd name="csY9" fmla="*/ 126722 h 126722"/>
                <a:gd name="csX10" fmla="*/ 15872 w 71410"/>
                <a:gd name="csY10" fmla="*/ 15788 h 126722"/>
                <a:gd name="csX11" fmla="*/ 32176 w 71410"/>
                <a:gd name="csY11" fmla="*/ 15788 h 126722"/>
                <a:gd name="csX12" fmla="*/ 55985 w 71410"/>
                <a:gd name="csY12" fmla="*/ 39554 h 126722"/>
                <a:gd name="csX13" fmla="*/ 55985 w 71410"/>
                <a:gd name="csY13" fmla="*/ 39554 h 126722"/>
                <a:gd name="csX14" fmla="*/ 48049 w 71410"/>
                <a:gd name="csY14" fmla="*/ 47476 h 126722"/>
                <a:gd name="csX15" fmla="*/ 45050 w 71410"/>
                <a:gd name="csY15" fmla="*/ 47476 h 126722"/>
                <a:gd name="csX16" fmla="*/ 30517 w 71410"/>
                <a:gd name="csY16" fmla="*/ 69668 h 126722"/>
                <a:gd name="csX17" fmla="*/ 55538 w 71410"/>
                <a:gd name="csY17" fmla="*/ 126708 h 126722"/>
                <a:gd name="csX18" fmla="*/ 71410 w 71410"/>
                <a:gd name="csY18" fmla="*/ 126708 h 126722"/>
                <a:gd name="csX19" fmla="*/ 44576 w 71410"/>
                <a:gd name="csY19" fmla="*/ 65547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71410" h="126722">
                  <a:moveTo>
                    <a:pt x="44576" y="65547"/>
                  </a:moveTo>
                  <a:cubicBezTo>
                    <a:pt x="44115" y="64503"/>
                    <a:pt x="44882" y="63333"/>
                    <a:pt x="46026" y="63333"/>
                  </a:cubicBezTo>
                  <a:lnTo>
                    <a:pt x="47463" y="63333"/>
                  </a:lnTo>
                  <a:cubicBezTo>
                    <a:pt x="60601" y="63333"/>
                    <a:pt x="71243" y="52697"/>
                    <a:pt x="71243" y="39595"/>
                  </a:cubicBezTo>
                  <a:lnTo>
                    <a:pt x="71243" y="39595"/>
                  </a:lnTo>
                  <a:cubicBezTo>
                    <a:pt x="71243" y="17723"/>
                    <a:pt x="53474" y="0"/>
                    <a:pt x="31577" y="0"/>
                  </a:cubicBezTo>
                  <a:lnTo>
                    <a:pt x="15872" y="0"/>
                  </a:lnTo>
                  <a:cubicBezTo>
                    <a:pt x="15872" y="0"/>
                    <a:pt x="0" y="0"/>
                    <a:pt x="0" y="0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15872" y="15788"/>
                  </a:lnTo>
                  <a:lnTo>
                    <a:pt x="32176" y="15788"/>
                  </a:lnTo>
                  <a:cubicBezTo>
                    <a:pt x="45329" y="15788"/>
                    <a:pt x="55985" y="26425"/>
                    <a:pt x="55985" y="39554"/>
                  </a:cubicBezTo>
                  <a:lnTo>
                    <a:pt x="55985" y="39554"/>
                  </a:lnTo>
                  <a:cubicBezTo>
                    <a:pt x="55985" y="43939"/>
                    <a:pt x="52428" y="47476"/>
                    <a:pt x="48049" y="47476"/>
                  </a:cubicBezTo>
                  <a:lnTo>
                    <a:pt x="45050" y="47476"/>
                  </a:lnTo>
                  <a:cubicBezTo>
                    <a:pt x="33599" y="47476"/>
                    <a:pt x="25928" y="59198"/>
                    <a:pt x="30517" y="69668"/>
                  </a:cubicBezTo>
                  <a:lnTo>
                    <a:pt x="55538" y="126708"/>
                  </a:lnTo>
                  <a:lnTo>
                    <a:pt x="71410" y="126708"/>
                  </a:lnTo>
                  <a:lnTo>
                    <a:pt x="44576" y="65547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31357BAE-228E-48ED-4907-D5101A86705C}"/>
                </a:ext>
              </a:extLst>
            </p:cNvPr>
            <p:cNvSpPr/>
            <p:nvPr/>
          </p:nvSpPr>
          <p:spPr>
            <a:xfrm>
              <a:off x="498672" y="197228"/>
              <a:ext cx="79360" cy="126722"/>
            </a:xfrm>
            <a:custGeom>
              <a:avLst/>
              <a:gdLst>
                <a:gd name="csX0" fmla="*/ 28 w 79360"/>
                <a:gd name="csY0" fmla="*/ 0 h 126722"/>
                <a:gd name="csX1" fmla="*/ 28 w 79360"/>
                <a:gd name="csY1" fmla="*/ 87001 h 126722"/>
                <a:gd name="csX2" fmla="*/ 39694 w 79360"/>
                <a:gd name="csY2" fmla="*/ 126722 h 126722"/>
                <a:gd name="csX3" fmla="*/ 79360 w 79360"/>
                <a:gd name="csY3" fmla="*/ 87001 h 126722"/>
                <a:gd name="csX4" fmla="*/ 79360 w 79360"/>
                <a:gd name="csY4" fmla="*/ 0 h 126722"/>
                <a:gd name="csX5" fmla="*/ 63530 w 79360"/>
                <a:gd name="csY5" fmla="*/ 0 h 126722"/>
                <a:gd name="csX6" fmla="*/ 63530 w 79360"/>
                <a:gd name="csY6" fmla="*/ 87001 h 126722"/>
                <a:gd name="csX7" fmla="*/ 39680 w 79360"/>
                <a:gd name="csY7" fmla="*/ 110878 h 126722"/>
                <a:gd name="csX8" fmla="*/ 15830 w 79360"/>
                <a:gd name="csY8" fmla="*/ 87001 h 126722"/>
                <a:gd name="csX9" fmla="*/ 15830 w 79360"/>
                <a:gd name="csY9" fmla="*/ 0 h 126722"/>
                <a:gd name="csX10" fmla="*/ 0 w 79360"/>
                <a:gd name="csY10" fmla="*/ 0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28" y="0"/>
                  </a:moveTo>
                  <a:lnTo>
                    <a:pt x="28" y="87001"/>
                  </a:lnTo>
                  <a:cubicBezTo>
                    <a:pt x="28" y="108901"/>
                    <a:pt x="17825" y="126722"/>
                    <a:pt x="39694" y="126722"/>
                  </a:cubicBezTo>
                  <a:cubicBezTo>
                    <a:pt x="61563" y="126722"/>
                    <a:pt x="79360" y="108901"/>
                    <a:pt x="79360" y="87001"/>
                  </a:cubicBezTo>
                  <a:lnTo>
                    <a:pt x="79360" y="0"/>
                  </a:lnTo>
                  <a:lnTo>
                    <a:pt x="63530" y="0"/>
                  </a:lnTo>
                  <a:lnTo>
                    <a:pt x="63530" y="87001"/>
                  </a:lnTo>
                  <a:cubicBezTo>
                    <a:pt x="63530" y="100186"/>
                    <a:pt x="52860" y="110878"/>
                    <a:pt x="39680" y="110878"/>
                  </a:cubicBezTo>
                  <a:cubicBezTo>
                    <a:pt x="26500" y="110878"/>
                    <a:pt x="15830" y="100186"/>
                    <a:pt x="15830" y="87001"/>
                  </a:cubicBezTo>
                  <a:lnTo>
                    <a:pt x="158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99B0860C-DB03-AA1B-A4C6-819C8520CED9}"/>
                </a:ext>
              </a:extLst>
            </p:cNvPr>
            <p:cNvSpPr/>
            <p:nvPr/>
          </p:nvSpPr>
          <p:spPr>
            <a:xfrm>
              <a:off x="593966" y="197187"/>
              <a:ext cx="71487" cy="126763"/>
            </a:xfrm>
            <a:custGeom>
              <a:avLst/>
              <a:gdLst>
                <a:gd name="csX0" fmla="*/ 71488 w 71487"/>
                <a:gd name="csY0" fmla="*/ 126764 h 126763"/>
                <a:gd name="csX1" fmla="*/ 17484 w 71487"/>
                <a:gd name="csY1" fmla="*/ 126764 h 126763"/>
                <a:gd name="csX2" fmla="*/ 2797 w 71487"/>
                <a:gd name="csY2" fmla="*/ 99922 h 126763"/>
                <a:gd name="csX3" fmla="*/ 54556 w 71487"/>
                <a:gd name="csY3" fmla="*/ 19505 h 126763"/>
                <a:gd name="csX4" fmla="*/ 52547 w 71487"/>
                <a:gd name="csY4" fmla="*/ 15844 h 126763"/>
                <a:gd name="csX5" fmla="*/ 119 w 71487"/>
                <a:gd name="csY5" fmla="*/ 15844 h 126763"/>
                <a:gd name="csX6" fmla="*/ 119 w 71487"/>
                <a:gd name="csY6" fmla="*/ 0 h 126763"/>
                <a:gd name="csX7" fmla="*/ 53998 w 71487"/>
                <a:gd name="csY7" fmla="*/ 0 h 126763"/>
                <a:gd name="csX8" fmla="*/ 68684 w 71487"/>
                <a:gd name="csY8" fmla="*/ 26843 h 126763"/>
                <a:gd name="csX9" fmla="*/ 16926 w 71487"/>
                <a:gd name="csY9" fmla="*/ 107259 h 126763"/>
                <a:gd name="csX10" fmla="*/ 18934 w 71487"/>
                <a:gd name="csY10" fmla="*/ 110920 h 126763"/>
                <a:gd name="csX11" fmla="*/ 71488 w 71487"/>
                <a:gd name="csY11" fmla="*/ 110920 h 126763"/>
                <a:gd name="csX12" fmla="*/ 71488 w 71487"/>
                <a:gd name="csY12" fmla="*/ 126764 h 126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1487" h="126763">
                  <a:moveTo>
                    <a:pt x="71488" y="126764"/>
                  </a:moveTo>
                  <a:lnTo>
                    <a:pt x="17484" y="126764"/>
                  </a:lnTo>
                  <a:cubicBezTo>
                    <a:pt x="3676" y="126764"/>
                    <a:pt x="-4664" y="111519"/>
                    <a:pt x="2797" y="99922"/>
                  </a:cubicBezTo>
                  <a:lnTo>
                    <a:pt x="54556" y="19505"/>
                  </a:lnTo>
                  <a:cubicBezTo>
                    <a:pt x="55574" y="17918"/>
                    <a:pt x="54430" y="15844"/>
                    <a:pt x="52547" y="15844"/>
                  </a:cubicBezTo>
                  <a:lnTo>
                    <a:pt x="119" y="15844"/>
                  </a:lnTo>
                  <a:lnTo>
                    <a:pt x="119" y="0"/>
                  </a:lnTo>
                  <a:lnTo>
                    <a:pt x="53998" y="0"/>
                  </a:lnTo>
                  <a:cubicBezTo>
                    <a:pt x="67806" y="0"/>
                    <a:pt x="76146" y="15245"/>
                    <a:pt x="68684" y="26843"/>
                  </a:cubicBezTo>
                  <a:lnTo>
                    <a:pt x="16926" y="107259"/>
                  </a:lnTo>
                  <a:cubicBezTo>
                    <a:pt x="15908" y="108846"/>
                    <a:pt x="17051" y="110920"/>
                    <a:pt x="18934" y="110920"/>
                  </a:cubicBezTo>
                  <a:lnTo>
                    <a:pt x="71488" y="110920"/>
                  </a:lnTo>
                  <a:lnTo>
                    <a:pt x="71488" y="126764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F9CA0174-A4AE-0EDB-9CBE-41E9B4D1A635}"/>
                </a:ext>
              </a:extLst>
            </p:cNvPr>
            <p:cNvSpPr/>
            <p:nvPr/>
          </p:nvSpPr>
          <p:spPr>
            <a:xfrm>
              <a:off x="530541" y="165415"/>
              <a:ext cx="31730" cy="31771"/>
            </a:xfrm>
            <a:custGeom>
              <a:avLst/>
              <a:gdLst>
                <a:gd name="csX0" fmla="*/ 31730 w 31730"/>
                <a:gd name="csY0" fmla="*/ 0 h 31771"/>
                <a:gd name="csX1" fmla="*/ 0 w 31730"/>
                <a:gd name="csY1" fmla="*/ 15969 h 31771"/>
                <a:gd name="csX2" fmla="*/ 0 w 31730"/>
                <a:gd name="csY2" fmla="*/ 31771 h 31771"/>
                <a:gd name="csX3" fmla="*/ 31730 w 31730"/>
                <a:gd name="csY3" fmla="*/ 15802 h 31771"/>
                <a:gd name="csX4" fmla="*/ 31730 w 31730"/>
                <a:gd name="csY4" fmla="*/ 0 h 317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730" h="31771">
                  <a:moveTo>
                    <a:pt x="31730" y="0"/>
                  </a:moveTo>
                  <a:lnTo>
                    <a:pt x="0" y="15969"/>
                  </a:lnTo>
                  <a:lnTo>
                    <a:pt x="0" y="31771"/>
                  </a:lnTo>
                  <a:lnTo>
                    <a:pt x="31730" y="15802"/>
                  </a:lnTo>
                  <a:lnTo>
                    <a:pt x="31730" y="0"/>
                  </a:lnTo>
                  <a:close/>
                </a:path>
              </a:pathLst>
            </a:custGeom>
            <a:solidFill>
              <a:srgbClr val="FF7700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6835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 BRANCO">
    <p:bg>
      <p:bgPr>
        <a:solidFill>
          <a:srgbClr val="F0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F0FAE149-57A2-0491-7E94-6DAC9EB10D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4260" y="122454"/>
            <a:ext cx="861060" cy="287020"/>
          </a:xfrm>
          <a:prstGeom prst="rect">
            <a:avLst/>
          </a:prstGeom>
        </p:spPr>
      </p:pic>
      <p:sp>
        <p:nvSpPr>
          <p:cNvPr id="53" name="Retângulo 52">
            <a:extLst>
              <a:ext uri="{FF2B5EF4-FFF2-40B4-BE49-F238E27FC236}">
                <a16:creationId xmlns:a16="http://schemas.microsoft.com/office/drawing/2014/main" id="{23776438-6233-3DB3-278C-E50619E1DDFA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EE75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7A81FE31-9C65-D994-0AF2-2C41DD25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3864" y="63444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BDCB7"/>
                </a:solidFill>
              </a:defRPr>
            </a:lvl1pPr>
          </a:lstStyle>
          <a:p>
            <a:fld id="{DD94480A-015C-7245-8390-D8AFE0C3D066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CBB6E7-1605-ADCC-0136-0B5AFE7814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2637" y="2517338"/>
            <a:ext cx="10513392" cy="212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rgbClr val="05443A"/>
                </a:soli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pt-BR" dirty="0"/>
              <a:t>Para o corpo do texto utilizar fonte padrão tam. 16. Caso o seu texto seja maior ou menor, procure sempre manter o título em destaque e alinhar o texto o mais centralizado possível verticalmente na página. Se o conteúdo for muito extenso e não couber na página, a fonte pode ser reduzida, respeitando o tamanho mínimo de 12 e máximo 28.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C3DBF2A9-259C-C7F4-6881-519159186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2638" y="1778291"/>
            <a:ext cx="6999287" cy="458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800" b="1" i="0" kern="1200" dirty="0">
                <a:solidFill>
                  <a:srgbClr val="EE7518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Título destaque tam. 20 ~ 28</a:t>
            </a:r>
          </a:p>
        </p:txBody>
      </p:sp>
      <p:grpSp>
        <p:nvGrpSpPr>
          <p:cNvPr id="5" name="Gráfico 4">
            <a:extLst>
              <a:ext uri="{FF2B5EF4-FFF2-40B4-BE49-F238E27FC236}">
                <a16:creationId xmlns:a16="http://schemas.microsoft.com/office/drawing/2014/main" id="{A5BC4F49-491B-B148-AEC2-15847439BDE1}"/>
              </a:ext>
            </a:extLst>
          </p:cNvPr>
          <p:cNvGrpSpPr/>
          <p:nvPr userDrawn="1"/>
        </p:nvGrpSpPr>
        <p:grpSpPr>
          <a:xfrm>
            <a:off x="10655429" y="165415"/>
            <a:ext cx="436425" cy="158548"/>
            <a:chOff x="229028" y="165415"/>
            <a:chExt cx="436425" cy="158548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62952880-3DD4-0100-1334-510D42E9C514}"/>
                </a:ext>
              </a:extLst>
            </p:cNvPr>
            <p:cNvSpPr/>
            <p:nvPr/>
          </p:nvSpPr>
          <p:spPr>
            <a:xfrm>
              <a:off x="229028" y="197228"/>
              <a:ext cx="79360" cy="126722"/>
            </a:xfrm>
            <a:custGeom>
              <a:avLst/>
              <a:gdLst>
                <a:gd name="csX0" fmla="*/ 79346 w 79360"/>
                <a:gd name="csY0" fmla="*/ 126722 h 126722"/>
                <a:gd name="csX1" fmla="*/ 56835 w 79360"/>
                <a:gd name="csY1" fmla="*/ 13393 h 126722"/>
                <a:gd name="csX2" fmla="*/ 40489 w 79360"/>
                <a:gd name="csY2" fmla="*/ 0 h 126722"/>
                <a:gd name="csX3" fmla="*/ 38857 w 79360"/>
                <a:gd name="csY3" fmla="*/ 0 h 126722"/>
                <a:gd name="csX4" fmla="*/ 22511 w 79360"/>
                <a:gd name="csY4" fmla="*/ 13393 h 126722"/>
                <a:gd name="csX5" fmla="*/ 0 w 79360"/>
                <a:gd name="csY5" fmla="*/ 126722 h 126722"/>
                <a:gd name="csX6" fmla="*/ 15872 w 79360"/>
                <a:gd name="csY6" fmla="*/ 126722 h 126722"/>
                <a:gd name="csX7" fmla="*/ 37811 w 79360"/>
                <a:gd name="csY7" fmla="*/ 17083 h 126722"/>
                <a:gd name="csX8" fmla="*/ 41549 w 79360"/>
                <a:gd name="csY8" fmla="*/ 17083 h 126722"/>
                <a:gd name="csX9" fmla="*/ 63488 w 79360"/>
                <a:gd name="csY9" fmla="*/ 126722 h 126722"/>
                <a:gd name="csX10" fmla="*/ 79360 w 79360"/>
                <a:gd name="csY10" fmla="*/ 126722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79346" y="126722"/>
                  </a:moveTo>
                  <a:lnTo>
                    <a:pt x="56835" y="13393"/>
                  </a:lnTo>
                  <a:cubicBezTo>
                    <a:pt x="55287" y="5611"/>
                    <a:pt x="48439" y="0"/>
                    <a:pt x="40489" y="0"/>
                  </a:cubicBezTo>
                  <a:lnTo>
                    <a:pt x="38857" y="0"/>
                  </a:lnTo>
                  <a:cubicBezTo>
                    <a:pt x="30907" y="0"/>
                    <a:pt x="24059" y="5611"/>
                    <a:pt x="22511" y="13393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37811" y="17083"/>
                  </a:lnTo>
                  <a:cubicBezTo>
                    <a:pt x="38216" y="15050"/>
                    <a:pt x="41145" y="15050"/>
                    <a:pt x="41549" y="17083"/>
                  </a:cubicBezTo>
                  <a:lnTo>
                    <a:pt x="63488" y="126722"/>
                  </a:lnTo>
                  <a:lnTo>
                    <a:pt x="79360" y="126722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42A43A85-CE1E-5339-AF67-C2BAEE0CBC8C}"/>
                </a:ext>
              </a:extLst>
            </p:cNvPr>
            <p:cNvSpPr/>
            <p:nvPr/>
          </p:nvSpPr>
          <p:spPr>
            <a:xfrm>
              <a:off x="403593" y="197228"/>
              <a:ext cx="79360" cy="126722"/>
            </a:xfrm>
            <a:custGeom>
              <a:avLst/>
              <a:gdLst>
                <a:gd name="csX0" fmla="*/ 79346 w 79360"/>
                <a:gd name="csY0" fmla="*/ 126722 h 126722"/>
                <a:gd name="csX1" fmla="*/ 56835 w 79360"/>
                <a:gd name="csY1" fmla="*/ 13393 h 126722"/>
                <a:gd name="csX2" fmla="*/ 40489 w 79360"/>
                <a:gd name="csY2" fmla="*/ 0 h 126722"/>
                <a:gd name="csX3" fmla="*/ 38857 w 79360"/>
                <a:gd name="csY3" fmla="*/ 0 h 126722"/>
                <a:gd name="csX4" fmla="*/ 22511 w 79360"/>
                <a:gd name="csY4" fmla="*/ 13393 h 126722"/>
                <a:gd name="csX5" fmla="*/ 0 w 79360"/>
                <a:gd name="csY5" fmla="*/ 126722 h 126722"/>
                <a:gd name="csX6" fmla="*/ 15872 w 79360"/>
                <a:gd name="csY6" fmla="*/ 126722 h 126722"/>
                <a:gd name="csX7" fmla="*/ 37811 w 79360"/>
                <a:gd name="csY7" fmla="*/ 17083 h 126722"/>
                <a:gd name="csX8" fmla="*/ 41549 w 79360"/>
                <a:gd name="csY8" fmla="*/ 17083 h 126722"/>
                <a:gd name="csX9" fmla="*/ 63488 w 79360"/>
                <a:gd name="csY9" fmla="*/ 126722 h 126722"/>
                <a:gd name="csX10" fmla="*/ 79360 w 79360"/>
                <a:gd name="csY10" fmla="*/ 126722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79346" y="126722"/>
                  </a:moveTo>
                  <a:lnTo>
                    <a:pt x="56835" y="13393"/>
                  </a:lnTo>
                  <a:cubicBezTo>
                    <a:pt x="55287" y="5611"/>
                    <a:pt x="48439" y="0"/>
                    <a:pt x="40489" y="0"/>
                  </a:cubicBezTo>
                  <a:lnTo>
                    <a:pt x="38857" y="0"/>
                  </a:lnTo>
                  <a:cubicBezTo>
                    <a:pt x="30907" y="0"/>
                    <a:pt x="24059" y="5611"/>
                    <a:pt x="22511" y="13393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37811" y="17083"/>
                  </a:lnTo>
                  <a:cubicBezTo>
                    <a:pt x="38216" y="15050"/>
                    <a:pt x="41145" y="15050"/>
                    <a:pt x="41549" y="17083"/>
                  </a:cubicBezTo>
                  <a:lnTo>
                    <a:pt x="63488" y="126722"/>
                  </a:lnTo>
                  <a:lnTo>
                    <a:pt x="79360" y="126722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511667E1-2CA5-FCA8-FB3A-C5CCC140779E}"/>
                </a:ext>
              </a:extLst>
            </p:cNvPr>
            <p:cNvSpPr/>
            <p:nvPr/>
          </p:nvSpPr>
          <p:spPr>
            <a:xfrm>
              <a:off x="324247" y="197242"/>
              <a:ext cx="71410" cy="126722"/>
            </a:xfrm>
            <a:custGeom>
              <a:avLst/>
              <a:gdLst>
                <a:gd name="csX0" fmla="*/ 44576 w 71410"/>
                <a:gd name="csY0" fmla="*/ 65547 h 126722"/>
                <a:gd name="csX1" fmla="*/ 46026 w 71410"/>
                <a:gd name="csY1" fmla="*/ 63333 h 126722"/>
                <a:gd name="csX2" fmla="*/ 47463 w 71410"/>
                <a:gd name="csY2" fmla="*/ 63333 h 126722"/>
                <a:gd name="csX3" fmla="*/ 71243 w 71410"/>
                <a:gd name="csY3" fmla="*/ 39595 h 126722"/>
                <a:gd name="csX4" fmla="*/ 71243 w 71410"/>
                <a:gd name="csY4" fmla="*/ 39595 h 126722"/>
                <a:gd name="csX5" fmla="*/ 31577 w 71410"/>
                <a:gd name="csY5" fmla="*/ 0 h 126722"/>
                <a:gd name="csX6" fmla="*/ 15872 w 71410"/>
                <a:gd name="csY6" fmla="*/ 0 h 126722"/>
                <a:gd name="csX7" fmla="*/ 0 w 71410"/>
                <a:gd name="csY7" fmla="*/ 0 h 126722"/>
                <a:gd name="csX8" fmla="*/ 0 w 71410"/>
                <a:gd name="csY8" fmla="*/ 126722 h 126722"/>
                <a:gd name="csX9" fmla="*/ 15872 w 71410"/>
                <a:gd name="csY9" fmla="*/ 126722 h 126722"/>
                <a:gd name="csX10" fmla="*/ 15872 w 71410"/>
                <a:gd name="csY10" fmla="*/ 15788 h 126722"/>
                <a:gd name="csX11" fmla="*/ 32176 w 71410"/>
                <a:gd name="csY11" fmla="*/ 15788 h 126722"/>
                <a:gd name="csX12" fmla="*/ 55985 w 71410"/>
                <a:gd name="csY12" fmla="*/ 39554 h 126722"/>
                <a:gd name="csX13" fmla="*/ 55985 w 71410"/>
                <a:gd name="csY13" fmla="*/ 39554 h 126722"/>
                <a:gd name="csX14" fmla="*/ 48049 w 71410"/>
                <a:gd name="csY14" fmla="*/ 47476 h 126722"/>
                <a:gd name="csX15" fmla="*/ 45050 w 71410"/>
                <a:gd name="csY15" fmla="*/ 47476 h 126722"/>
                <a:gd name="csX16" fmla="*/ 30517 w 71410"/>
                <a:gd name="csY16" fmla="*/ 69668 h 126722"/>
                <a:gd name="csX17" fmla="*/ 55538 w 71410"/>
                <a:gd name="csY17" fmla="*/ 126708 h 126722"/>
                <a:gd name="csX18" fmla="*/ 71410 w 71410"/>
                <a:gd name="csY18" fmla="*/ 126708 h 126722"/>
                <a:gd name="csX19" fmla="*/ 44576 w 71410"/>
                <a:gd name="csY19" fmla="*/ 65547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71410" h="126722">
                  <a:moveTo>
                    <a:pt x="44576" y="65547"/>
                  </a:moveTo>
                  <a:cubicBezTo>
                    <a:pt x="44115" y="64503"/>
                    <a:pt x="44882" y="63333"/>
                    <a:pt x="46026" y="63333"/>
                  </a:cubicBezTo>
                  <a:lnTo>
                    <a:pt x="47463" y="63333"/>
                  </a:lnTo>
                  <a:cubicBezTo>
                    <a:pt x="60601" y="63333"/>
                    <a:pt x="71243" y="52697"/>
                    <a:pt x="71243" y="39595"/>
                  </a:cubicBezTo>
                  <a:lnTo>
                    <a:pt x="71243" y="39595"/>
                  </a:lnTo>
                  <a:cubicBezTo>
                    <a:pt x="71243" y="17723"/>
                    <a:pt x="53474" y="0"/>
                    <a:pt x="31577" y="0"/>
                  </a:cubicBezTo>
                  <a:lnTo>
                    <a:pt x="15872" y="0"/>
                  </a:lnTo>
                  <a:cubicBezTo>
                    <a:pt x="15872" y="0"/>
                    <a:pt x="0" y="0"/>
                    <a:pt x="0" y="0"/>
                  </a:cubicBezTo>
                  <a:lnTo>
                    <a:pt x="0" y="126722"/>
                  </a:lnTo>
                  <a:lnTo>
                    <a:pt x="15872" y="126722"/>
                  </a:lnTo>
                  <a:lnTo>
                    <a:pt x="15872" y="15788"/>
                  </a:lnTo>
                  <a:lnTo>
                    <a:pt x="32176" y="15788"/>
                  </a:lnTo>
                  <a:cubicBezTo>
                    <a:pt x="45329" y="15788"/>
                    <a:pt x="55985" y="26425"/>
                    <a:pt x="55985" y="39554"/>
                  </a:cubicBezTo>
                  <a:lnTo>
                    <a:pt x="55985" y="39554"/>
                  </a:lnTo>
                  <a:cubicBezTo>
                    <a:pt x="55985" y="43939"/>
                    <a:pt x="52428" y="47476"/>
                    <a:pt x="48049" y="47476"/>
                  </a:cubicBezTo>
                  <a:lnTo>
                    <a:pt x="45050" y="47476"/>
                  </a:lnTo>
                  <a:cubicBezTo>
                    <a:pt x="33599" y="47476"/>
                    <a:pt x="25928" y="59198"/>
                    <a:pt x="30517" y="69668"/>
                  </a:cubicBezTo>
                  <a:lnTo>
                    <a:pt x="55538" y="126708"/>
                  </a:lnTo>
                  <a:lnTo>
                    <a:pt x="71410" y="126708"/>
                  </a:lnTo>
                  <a:lnTo>
                    <a:pt x="44576" y="65547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F09C4A30-F39C-F813-DF3D-FE43A88995D7}"/>
                </a:ext>
              </a:extLst>
            </p:cNvPr>
            <p:cNvSpPr/>
            <p:nvPr/>
          </p:nvSpPr>
          <p:spPr>
            <a:xfrm>
              <a:off x="498672" y="197228"/>
              <a:ext cx="79360" cy="126722"/>
            </a:xfrm>
            <a:custGeom>
              <a:avLst/>
              <a:gdLst>
                <a:gd name="csX0" fmla="*/ 28 w 79360"/>
                <a:gd name="csY0" fmla="*/ 0 h 126722"/>
                <a:gd name="csX1" fmla="*/ 28 w 79360"/>
                <a:gd name="csY1" fmla="*/ 87001 h 126722"/>
                <a:gd name="csX2" fmla="*/ 39694 w 79360"/>
                <a:gd name="csY2" fmla="*/ 126722 h 126722"/>
                <a:gd name="csX3" fmla="*/ 79360 w 79360"/>
                <a:gd name="csY3" fmla="*/ 87001 h 126722"/>
                <a:gd name="csX4" fmla="*/ 79360 w 79360"/>
                <a:gd name="csY4" fmla="*/ 0 h 126722"/>
                <a:gd name="csX5" fmla="*/ 63530 w 79360"/>
                <a:gd name="csY5" fmla="*/ 0 h 126722"/>
                <a:gd name="csX6" fmla="*/ 63530 w 79360"/>
                <a:gd name="csY6" fmla="*/ 87001 h 126722"/>
                <a:gd name="csX7" fmla="*/ 39680 w 79360"/>
                <a:gd name="csY7" fmla="*/ 110878 h 126722"/>
                <a:gd name="csX8" fmla="*/ 15830 w 79360"/>
                <a:gd name="csY8" fmla="*/ 87001 h 126722"/>
                <a:gd name="csX9" fmla="*/ 15830 w 79360"/>
                <a:gd name="csY9" fmla="*/ 0 h 126722"/>
                <a:gd name="csX10" fmla="*/ 0 w 79360"/>
                <a:gd name="csY10" fmla="*/ 0 h 12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9360" h="126722">
                  <a:moveTo>
                    <a:pt x="28" y="0"/>
                  </a:moveTo>
                  <a:lnTo>
                    <a:pt x="28" y="87001"/>
                  </a:lnTo>
                  <a:cubicBezTo>
                    <a:pt x="28" y="108901"/>
                    <a:pt x="17825" y="126722"/>
                    <a:pt x="39694" y="126722"/>
                  </a:cubicBezTo>
                  <a:cubicBezTo>
                    <a:pt x="61563" y="126722"/>
                    <a:pt x="79360" y="108901"/>
                    <a:pt x="79360" y="87001"/>
                  </a:cubicBezTo>
                  <a:lnTo>
                    <a:pt x="79360" y="0"/>
                  </a:lnTo>
                  <a:lnTo>
                    <a:pt x="63530" y="0"/>
                  </a:lnTo>
                  <a:lnTo>
                    <a:pt x="63530" y="87001"/>
                  </a:lnTo>
                  <a:cubicBezTo>
                    <a:pt x="63530" y="100186"/>
                    <a:pt x="52860" y="110878"/>
                    <a:pt x="39680" y="110878"/>
                  </a:cubicBezTo>
                  <a:cubicBezTo>
                    <a:pt x="26500" y="110878"/>
                    <a:pt x="15830" y="100186"/>
                    <a:pt x="15830" y="87001"/>
                  </a:cubicBezTo>
                  <a:lnTo>
                    <a:pt x="158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CB934AEE-3B6F-F028-0B34-712F848F970A}"/>
                </a:ext>
              </a:extLst>
            </p:cNvPr>
            <p:cNvSpPr/>
            <p:nvPr/>
          </p:nvSpPr>
          <p:spPr>
            <a:xfrm>
              <a:off x="593966" y="197187"/>
              <a:ext cx="71487" cy="126763"/>
            </a:xfrm>
            <a:custGeom>
              <a:avLst/>
              <a:gdLst>
                <a:gd name="csX0" fmla="*/ 71488 w 71487"/>
                <a:gd name="csY0" fmla="*/ 126764 h 126763"/>
                <a:gd name="csX1" fmla="*/ 17484 w 71487"/>
                <a:gd name="csY1" fmla="*/ 126764 h 126763"/>
                <a:gd name="csX2" fmla="*/ 2797 w 71487"/>
                <a:gd name="csY2" fmla="*/ 99922 h 126763"/>
                <a:gd name="csX3" fmla="*/ 54556 w 71487"/>
                <a:gd name="csY3" fmla="*/ 19505 h 126763"/>
                <a:gd name="csX4" fmla="*/ 52547 w 71487"/>
                <a:gd name="csY4" fmla="*/ 15844 h 126763"/>
                <a:gd name="csX5" fmla="*/ 119 w 71487"/>
                <a:gd name="csY5" fmla="*/ 15844 h 126763"/>
                <a:gd name="csX6" fmla="*/ 119 w 71487"/>
                <a:gd name="csY6" fmla="*/ 0 h 126763"/>
                <a:gd name="csX7" fmla="*/ 53998 w 71487"/>
                <a:gd name="csY7" fmla="*/ 0 h 126763"/>
                <a:gd name="csX8" fmla="*/ 68684 w 71487"/>
                <a:gd name="csY8" fmla="*/ 26843 h 126763"/>
                <a:gd name="csX9" fmla="*/ 16926 w 71487"/>
                <a:gd name="csY9" fmla="*/ 107259 h 126763"/>
                <a:gd name="csX10" fmla="*/ 18934 w 71487"/>
                <a:gd name="csY10" fmla="*/ 110920 h 126763"/>
                <a:gd name="csX11" fmla="*/ 71488 w 71487"/>
                <a:gd name="csY11" fmla="*/ 110920 h 126763"/>
                <a:gd name="csX12" fmla="*/ 71488 w 71487"/>
                <a:gd name="csY12" fmla="*/ 126764 h 126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1487" h="126763">
                  <a:moveTo>
                    <a:pt x="71488" y="126764"/>
                  </a:moveTo>
                  <a:lnTo>
                    <a:pt x="17484" y="126764"/>
                  </a:lnTo>
                  <a:cubicBezTo>
                    <a:pt x="3676" y="126764"/>
                    <a:pt x="-4664" y="111519"/>
                    <a:pt x="2797" y="99922"/>
                  </a:cubicBezTo>
                  <a:lnTo>
                    <a:pt x="54556" y="19505"/>
                  </a:lnTo>
                  <a:cubicBezTo>
                    <a:pt x="55574" y="17918"/>
                    <a:pt x="54430" y="15844"/>
                    <a:pt x="52547" y="15844"/>
                  </a:cubicBezTo>
                  <a:lnTo>
                    <a:pt x="119" y="15844"/>
                  </a:lnTo>
                  <a:lnTo>
                    <a:pt x="119" y="0"/>
                  </a:lnTo>
                  <a:lnTo>
                    <a:pt x="53998" y="0"/>
                  </a:lnTo>
                  <a:cubicBezTo>
                    <a:pt x="67806" y="0"/>
                    <a:pt x="76146" y="15245"/>
                    <a:pt x="68684" y="26843"/>
                  </a:cubicBezTo>
                  <a:lnTo>
                    <a:pt x="16926" y="107259"/>
                  </a:lnTo>
                  <a:cubicBezTo>
                    <a:pt x="15908" y="108846"/>
                    <a:pt x="17051" y="110920"/>
                    <a:pt x="18934" y="110920"/>
                  </a:cubicBezTo>
                  <a:lnTo>
                    <a:pt x="71488" y="110920"/>
                  </a:lnTo>
                  <a:lnTo>
                    <a:pt x="71488" y="126764"/>
                  </a:lnTo>
                  <a:close/>
                </a:path>
              </a:pathLst>
            </a:custGeom>
            <a:solidFill>
              <a:srgbClr val="004539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F580B304-D642-EC2A-C198-8682022CF6DE}"/>
                </a:ext>
              </a:extLst>
            </p:cNvPr>
            <p:cNvSpPr/>
            <p:nvPr/>
          </p:nvSpPr>
          <p:spPr>
            <a:xfrm>
              <a:off x="530541" y="165415"/>
              <a:ext cx="31730" cy="31771"/>
            </a:xfrm>
            <a:custGeom>
              <a:avLst/>
              <a:gdLst>
                <a:gd name="csX0" fmla="*/ 31730 w 31730"/>
                <a:gd name="csY0" fmla="*/ 0 h 31771"/>
                <a:gd name="csX1" fmla="*/ 0 w 31730"/>
                <a:gd name="csY1" fmla="*/ 15969 h 31771"/>
                <a:gd name="csX2" fmla="*/ 0 w 31730"/>
                <a:gd name="csY2" fmla="*/ 31771 h 31771"/>
                <a:gd name="csX3" fmla="*/ 31730 w 31730"/>
                <a:gd name="csY3" fmla="*/ 15802 h 31771"/>
                <a:gd name="csX4" fmla="*/ 31730 w 31730"/>
                <a:gd name="csY4" fmla="*/ 0 h 317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730" h="31771">
                  <a:moveTo>
                    <a:pt x="31730" y="0"/>
                  </a:moveTo>
                  <a:lnTo>
                    <a:pt x="0" y="15969"/>
                  </a:lnTo>
                  <a:lnTo>
                    <a:pt x="0" y="31771"/>
                  </a:lnTo>
                  <a:lnTo>
                    <a:pt x="31730" y="15802"/>
                  </a:lnTo>
                  <a:lnTo>
                    <a:pt x="31730" y="0"/>
                  </a:lnTo>
                  <a:close/>
                </a:path>
              </a:pathLst>
            </a:custGeom>
            <a:solidFill>
              <a:srgbClr val="FF7700"/>
            </a:solidFill>
            <a:ln w="138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2277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M">
    <p:bg>
      <p:bgPr>
        <a:gradFill flip="none" rotWithShape="1">
          <a:gsLst>
            <a:gs pos="100000">
              <a:srgbClr val="01352D"/>
            </a:gs>
            <a:gs pos="64000">
              <a:srgbClr val="00241E">
                <a:lumMod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176BE477-FDAC-8E6E-0FB3-9EB332EFC8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0889" y="-548530"/>
            <a:ext cx="9377680" cy="7955060"/>
          </a:xfrm>
          <a:prstGeom prst="rect">
            <a:avLst/>
          </a:prstGeom>
        </p:spPr>
      </p:pic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8AFDBFBE-2AF6-E363-F1B9-A67C0EC9DF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2637" y="3693477"/>
            <a:ext cx="6999287" cy="9902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solidFill>
                  <a:srgbClr val="EE7518"/>
                </a:solidFill>
                <a:latin typeface="Aptos Light" panose="020B0004020202020204" pitchFamily="34" charset="0"/>
              </a:defRPr>
            </a:lvl1pPr>
          </a:lstStyle>
          <a:p>
            <a:pPr lvl="0"/>
            <a:r>
              <a:rPr lang="pt-BR" dirty="0"/>
              <a:t>Nome</a:t>
            </a:r>
          </a:p>
          <a:p>
            <a:pPr lvl="0"/>
            <a:r>
              <a:rPr lang="pt-BR" dirty="0"/>
              <a:t>E-mail</a:t>
            </a:r>
          </a:p>
        </p:txBody>
      </p:sp>
      <p:sp>
        <p:nvSpPr>
          <p:cNvPr id="11" name="Espaço Reservado para Texto 4">
            <a:extLst>
              <a:ext uri="{FF2B5EF4-FFF2-40B4-BE49-F238E27FC236}">
                <a16:creationId xmlns:a16="http://schemas.microsoft.com/office/drawing/2014/main" id="{C6CB0A30-71C2-725F-0616-5224C91C5F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2638" y="2663891"/>
            <a:ext cx="7862598" cy="873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6000" b="0" i="0" kern="1200" dirty="0">
                <a:solidFill>
                  <a:srgbClr val="3BDCB7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Obrigado!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E2D4522-F604-8CE3-3278-D6B493842DFD}"/>
              </a:ext>
            </a:extLst>
          </p:cNvPr>
          <p:cNvGrpSpPr/>
          <p:nvPr userDrawn="1"/>
        </p:nvGrpSpPr>
        <p:grpSpPr>
          <a:xfrm>
            <a:off x="10937471" y="201930"/>
            <a:ext cx="956221" cy="955022"/>
            <a:chOff x="10949347" y="201930"/>
            <a:chExt cx="956221" cy="955022"/>
          </a:xfrm>
        </p:grpSpPr>
        <p:sp>
          <p:nvSpPr>
            <p:cNvPr id="3" name="Forma Livre 2">
              <a:extLst>
                <a:ext uri="{FF2B5EF4-FFF2-40B4-BE49-F238E27FC236}">
                  <a16:creationId xmlns:a16="http://schemas.microsoft.com/office/drawing/2014/main" id="{56B4876B-0F8A-A8BF-FF63-D0BCCEF368E2}"/>
                </a:ext>
              </a:extLst>
            </p:cNvPr>
            <p:cNvSpPr/>
            <p:nvPr userDrawn="1"/>
          </p:nvSpPr>
          <p:spPr>
            <a:xfrm>
              <a:off x="10949347" y="201930"/>
              <a:ext cx="956221" cy="955022"/>
            </a:xfrm>
            <a:custGeom>
              <a:avLst/>
              <a:gdLst>
                <a:gd name="connsiteX0" fmla="*/ 826268 w 956221"/>
                <a:gd name="connsiteY0" fmla="*/ 0 h 955022"/>
                <a:gd name="connsiteX1" fmla="*/ 956221 w 956221"/>
                <a:gd name="connsiteY1" fmla="*/ 129790 h 955022"/>
                <a:gd name="connsiteX2" fmla="*/ 956221 w 956221"/>
                <a:gd name="connsiteY2" fmla="*/ 825233 h 955022"/>
                <a:gd name="connsiteX3" fmla="*/ 826268 w 956221"/>
                <a:gd name="connsiteY3" fmla="*/ 955023 h 955022"/>
                <a:gd name="connsiteX4" fmla="*/ 129953 w 956221"/>
                <a:gd name="connsiteY4" fmla="*/ 955023 h 955022"/>
                <a:gd name="connsiteX5" fmla="*/ 0 w 956221"/>
                <a:gd name="connsiteY5" fmla="*/ 825233 h 955022"/>
                <a:gd name="connsiteX6" fmla="*/ 0 w 956221"/>
                <a:gd name="connsiteY6" fmla="*/ 129790 h 955022"/>
                <a:gd name="connsiteX7" fmla="*/ 129953 w 956221"/>
                <a:gd name="connsiteY7" fmla="*/ 0 h 955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6221" h="955022">
                  <a:moveTo>
                    <a:pt x="826268" y="0"/>
                  </a:moveTo>
                  <a:cubicBezTo>
                    <a:pt x="898039" y="0"/>
                    <a:pt x="956221" y="58109"/>
                    <a:pt x="956221" y="129790"/>
                  </a:cubicBezTo>
                  <a:lnTo>
                    <a:pt x="956221" y="825233"/>
                  </a:lnTo>
                  <a:cubicBezTo>
                    <a:pt x="956221" y="896914"/>
                    <a:pt x="898039" y="955023"/>
                    <a:pt x="826268" y="955023"/>
                  </a:cubicBezTo>
                  <a:lnTo>
                    <a:pt x="129953" y="955023"/>
                  </a:lnTo>
                  <a:cubicBezTo>
                    <a:pt x="58182" y="955023"/>
                    <a:pt x="0" y="896914"/>
                    <a:pt x="0" y="825233"/>
                  </a:cubicBezTo>
                  <a:lnTo>
                    <a:pt x="0" y="129790"/>
                  </a:lnTo>
                  <a:cubicBezTo>
                    <a:pt x="0" y="58109"/>
                    <a:pt x="58182" y="0"/>
                    <a:pt x="129953" y="0"/>
                  </a:cubicBezTo>
                  <a:close/>
                </a:path>
              </a:pathLst>
            </a:custGeom>
            <a:solidFill>
              <a:srgbClr val="FFFFFF"/>
            </a:solidFill>
            <a:ln w="6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66F210D7-DA50-27F4-D412-1410216B98B1}"/>
                </a:ext>
              </a:extLst>
            </p:cNvPr>
            <p:cNvGrpSpPr/>
            <p:nvPr userDrawn="1"/>
          </p:nvGrpSpPr>
          <p:grpSpPr>
            <a:xfrm>
              <a:off x="11038348" y="290407"/>
              <a:ext cx="778218" cy="778068"/>
              <a:chOff x="3581146" y="-283536"/>
              <a:chExt cx="4194043" cy="4193233"/>
            </a:xfrm>
            <a:solidFill>
              <a:srgbClr val="05443A"/>
            </a:solidFill>
          </p:grpSpPr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21BF9907-CBA4-44B9-356E-02542701C7EA}"/>
                  </a:ext>
                </a:extLst>
              </p:cNvPr>
              <p:cNvSpPr/>
              <p:nvPr/>
            </p:nvSpPr>
            <p:spPr>
              <a:xfrm>
                <a:off x="3581309" y="-283536"/>
                <a:ext cx="4193880" cy="4192991"/>
              </a:xfrm>
              <a:custGeom>
                <a:avLst/>
                <a:gdLst>
                  <a:gd name="connsiteX0" fmla="*/ 1848667 w 4193880"/>
                  <a:gd name="connsiteY0" fmla="*/ 164201 h 4192991"/>
                  <a:gd name="connsiteX1" fmla="*/ 2016735 w 4193880"/>
                  <a:gd name="connsiteY1" fmla="*/ 164201 h 4192991"/>
                  <a:gd name="connsiteX2" fmla="*/ 2020646 w 4193880"/>
                  <a:gd name="connsiteY2" fmla="*/ 173975 h 4192991"/>
                  <a:gd name="connsiteX3" fmla="*/ 2020646 w 4193880"/>
                  <a:gd name="connsiteY3" fmla="*/ 490485 h 4192991"/>
                  <a:gd name="connsiteX4" fmla="*/ 2020646 w 4193880"/>
                  <a:gd name="connsiteY4" fmla="*/ 498305 h 4192991"/>
                  <a:gd name="connsiteX5" fmla="*/ 2026512 w 4193880"/>
                  <a:gd name="connsiteY5" fmla="*/ 496350 h 4192991"/>
                  <a:gd name="connsiteX6" fmla="*/ 2176983 w 4193880"/>
                  <a:gd name="connsiteY6" fmla="*/ 496350 h 4192991"/>
                  <a:gd name="connsiteX7" fmla="*/ 2176983 w 4193880"/>
                  <a:gd name="connsiteY7" fmla="*/ 81 h 4192991"/>
                  <a:gd name="connsiteX8" fmla="*/ 2513119 w 4193880"/>
                  <a:gd name="connsiteY8" fmla="*/ 81 h 4192991"/>
                  <a:gd name="connsiteX9" fmla="*/ 2517029 w 4193880"/>
                  <a:gd name="connsiteY9" fmla="*/ 9855 h 4192991"/>
                  <a:gd name="connsiteX10" fmla="*/ 2517029 w 4193880"/>
                  <a:gd name="connsiteY10" fmla="*/ 172020 h 4192991"/>
                  <a:gd name="connsiteX11" fmla="*/ 2352872 w 4193880"/>
                  <a:gd name="connsiteY11" fmla="*/ 172020 h 4192991"/>
                  <a:gd name="connsiteX12" fmla="*/ 2352872 w 4193880"/>
                  <a:gd name="connsiteY12" fmla="*/ 336140 h 4192991"/>
                  <a:gd name="connsiteX13" fmla="*/ 2511164 w 4193880"/>
                  <a:gd name="connsiteY13" fmla="*/ 336140 h 4192991"/>
                  <a:gd name="connsiteX14" fmla="*/ 2517029 w 4193880"/>
                  <a:gd name="connsiteY14" fmla="*/ 342004 h 4192991"/>
                  <a:gd name="connsiteX15" fmla="*/ 2517029 w 4193880"/>
                  <a:gd name="connsiteY15" fmla="*/ 504169 h 4192991"/>
                  <a:gd name="connsiteX16" fmla="*/ 2180893 w 4193880"/>
                  <a:gd name="connsiteY16" fmla="*/ 504169 h 4192991"/>
                  <a:gd name="connsiteX17" fmla="*/ 2180893 w 4193880"/>
                  <a:gd name="connsiteY17" fmla="*/ 676108 h 4192991"/>
                  <a:gd name="connsiteX18" fmla="*/ 2016735 w 4193880"/>
                  <a:gd name="connsiteY18" fmla="*/ 676108 h 4192991"/>
                  <a:gd name="connsiteX19" fmla="*/ 2022601 w 4193880"/>
                  <a:gd name="connsiteY19" fmla="*/ 840227 h 4192991"/>
                  <a:gd name="connsiteX20" fmla="*/ 2180893 w 4193880"/>
                  <a:gd name="connsiteY20" fmla="*/ 840227 h 4192991"/>
                  <a:gd name="connsiteX21" fmla="*/ 2180893 w 4193880"/>
                  <a:gd name="connsiteY21" fmla="*/ 998483 h 4192991"/>
                  <a:gd name="connsiteX22" fmla="*/ 2186759 w 4193880"/>
                  <a:gd name="connsiteY22" fmla="*/ 1004347 h 4192991"/>
                  <a:gd name="connsiteX23" fmla="*/ 2345051 w 4193880"/>
                  <a:gd name="connsiteY23" fmla="*/ 1004347 h 4192991"/>
                  <a:gd name="connsiteX24" fmla="*/ 2345051 w 4193880"/>
                  <a:gd name="connsiteY24" fmla="*/ 674153 h 4192991"/>
                  <a:gd name="connsiteX25" fmla="*/ 2350916 w 4193880"/>
                  <a:gd name="connsiteY25" fmla="*/ 668289 h 4192991"/>
                  <a:gd name="connsiteX26" fmla="*/ 2511164 w 4193880"/>
                  <a:gd name="connsiteY26" fmla="*/ 668289 h 4192991"/>
                  <a:gd name="connsiteX27" fmla="*/ 2517029 w 4193880"/>
                  <a:gd name="connsiteY27" fmla="*/ 674153 h 4192991"/>
                  <a:gd name="connsiteX28" fmla="*/ 2517029 w 4193880"/>
                  <a:gd name="connsiteY28" fmla="*/ 840227 h 4192991"/>
                  <a:gd name="connsiteX29" fmla="*/ 2681187 w 4193880"/>
                  <a:gd name="connsiteY29" fmla="*/ 840227 h 4192991"/>
                  <a:gd name="connsiteX30" fmla="*/ 2681187 w 4193880"/>
                  <a:gd name="connsiteY30" fmla="*/ 668289 h 4192991"/>
                  <a:gd name="connsiteX31" fmla="*/ 3013412 w 4193880"/>
                  <a:gd name="connsiteY31" fmla="*/ 668289 h 4192991"/>
                  <a:gd name="connsiteX32" fmla="*/ 3013412 w 4193880"/>
                  <a:gd name="connsiteY32" fmla="*/ 504169 h 4192991"/>
                  <a:gd name="connsiteX33" fmla="*/ 2855121 w 4193880"/>
                  <a:gd name="connsiteY33" fmla="*/ 504169 h 4192991"/>
                  <a:gd name="connsiteX34" fmla="*/ 2849255 w 4193880"/>
                  <a:gd name="connsiteY34" fmla="*/ 498305 h 4192991"/>
                  <a:gd name="connsiteX35" fmla="*/ 2849255 w 4193880"/>
                  <a:gd name="connsiteY35" fmla="*/ 170065 h 4192991"/>
                  <a:gd name="connsiteX36" fmla="*/ 2855121 w 4193880"/>
                  <a:gd name="connsiteY36" fmla="*/ 164201 h 4192991"/>
                  <a:gd name="connsiteX37" fmla="*/ 3185391 w 4193880"/>
                  <a:gd name="connsiteY37" fmla="*/ 164201 h 4192991"/>
                  <a:gd name="connsiteX38" fmla="*/ 3185391 w 4193880"/>
                  <a:gd name="connsiteY38" fmla="*/ 81 h 4192991"/>
                  <a:gd name="connsiteX39" fmla="*/ 4188015 w 4193880"/>
                  <a:gd name="connsiteY39" fmla="*/ 81 h 4192991"/>
                  <a:gd name="connsiteX40" fmla="*/ 4193881 w 4193880"/>
                  <a:gd name="connsiteY40" fmla="*/ 5946 h 4192991"/>
                  <a:gd name="connsiteX41" fmla="*/ 4193881 w 4193880"/>
                  <a:gd name="connsiteY41" fmla="*/ 172020 h 4192991"/>
                  <a:gd name="connsiteX42" fmla="*/ 3867521 w 4193880"/>
                  <a:gd name="connsiteY42" fmla="*/ 172020 h 4192991"/>
                  <a:gd name="connsiteX43" fmla="*/ 3857745 w 4193880"/>
                  <a:gd name="connsiteY43" fmla="*/ 174056 h 4192991"/>
                  <a:gd name="connsiteX44" fmla="*/ 3857745 w 4193880"/>
                  <a:gd name="connsiteY44" fmla="*/ 336140 h 4192991"/>
                  <a:gd name="connsiteX45" fmla="*/ 4029724 w 4193880"/>
                  <a:gd name="connsiteY45" fmla="*/ 336140 h 4192991"/>
                  <a:gd name="connsiteX46" fmla="*/ 4029724 w 4193880"/>
                  <a:gd name="connsiteY46" fmla="*/ 496350 h 4192991"/>
                  <a:gd name="connsiteX47" fmla="*/ 4188015 w 4193880"/>
                  <a:gd name="connsiteY47" fmla="*/ 496350 h 4192991"/>
                  <a:gd name="connsiteX48" fmla="*/ 4193881 w 4193880"/>
                  <a:gd name="connsiteY48" fmla="*/ 502214 h 4192991"/>
                  <a:gd name="connsiteX49" fmla="*/ 4193881 w 4193880"/>
                  <a:gd name="connsiteY49" fmla="*/ 848046 h 4192991"/>
                  <a:gd name="connsiteX50" fmla="*/ 4025569 w 4193880"/>
                  <a:gd name="connsiteY50" fmla="*/ 842671 h 4192991"/>
                  <a:gd name="connsiteX51" fmla="*/ 4025813 w 4193880"/>
                  <a:gd name="connsiteY51" fmla="*/ 676108 h 4192991"/>
                  <a:gd name="connsiteX52" fmla="*/ 3693587 w 4193880"/>
                  <a:gd name="connsiteY52" fmla="*/ 676108 h 4192991"/>
                  <a:gd name="connsiteX53" fmla="*/ 3697498 w 4193880"/>
                  <a:gd name="connsiteY53" fmla="*/ 681972 h 4192991"/>
                  <a:gd name="connsiteX54" fmla="*/ 3697498 w 4193880"/>
                  <a:gd name="connsiteY54" fmla="*/ 848046 h 4192991"/>
                  <a:gd name="connsiteX55" fmla="*/ 3525519 w 4193880"/>
                  <a:gd name="connsiteY55" fmla="*/ 844137 h 4192991"/>
                  <a:gd name="connsiteX56" fmla="*/ 3525519 w 4193880"/>
                  <a:gd name="connsiteY56" fmla="*/ 1336496 h 4192991"/>
                  <a:gd name="connsiteX57" fmla="*/ 3689677 w 4193880"/>
                  <a:gd name="connsiteY57" fmla="*/ 1336496 h 4192991"/>
                  <a:gd name="connsiteX58" fmla="*/ 3689677 w 4193880"/>
                  <a:gd name="connsiteY58" fmla="*/ 1004347 h 4192991"/>
                  <a:gd name="connsiteX59" fmla="*/ 4193881 w 4193880"/>
                  <a:gd name="connsiteY59" fmla="*/ 1004347 h 4192991"/>
                  <a:gd name="connsiteX60" fmla="*/ 4193881 w 4193880"/>
                  <a:gd name="connsiteY60" fmla="*/ 1684283 h 4192991"/>
                  <a:gd name="connsiteX61" fmla="*/ 4029724 w 4193880"/>
                  <a:gd name="connsiteY61" fmla="*/ 1684283 h 4192991"/>
                  <a:gd name="connsiteX62" fmla="*/ 4029724 w 4193880"/>
                  <a:gd name="connsiteY62" fmla="*/ 1840583 h 4192991"/>
                  <a:gd name="connsiteX63" fmla="*/ 4188015 w 4193880"/>
                  <a:gd name="connsiteY63" fmla="*/ 1840583 h 4192991"/>
                  <a:gd name="connsiteX64" fmla="*/ 4193881 w 4193880"/>
                  <a:gd name="connsiteY64" fmla="*/ 1846447 h 4192991"/>
                  <a:gd name="connsiteX65" fmla="*/ 4193881 w 4193880"/>
                  <a:gd name="connsiteY65" fmla="*/ 2180551 h 4192991"/>
                  <a:gd name="connsiteX66" fmla="*/ 3857745 w 4193880"/>
                  <a:gd name="connsiteY66" fmla="*/ 2180551 h 4192991"/>
                  <a:gd name="connsiteX67" fmla="*/ 3861655 w 4193880"/>
                  <a:gd name="connsiteY67" fmla="*/ 2352490 h 4192991"/>
                  <a:gd name="connsiteX68" fmla="*/ 3523564 w 4193880"/>
                  <a:gd name="connsiteY68" fmla="*/ 2352490 h 4192991"/>
                  <a:gd name="connsiteX69" fmla="*/ 3517698 w 4193880"/>
                  <a:gd name="connsiteY69" fmla="*/ 2346625 h 4192991"/>
                  <a:gd name="connsiteX70" fmla="*/ 3517698 w 4193880"/>
                  <a:gd name="connsiteY70" fmla="*/ 2180551 h 4192991"/>
                  <a:gd name="connsiteX71" fmla="*/ 3195249 w 4193880"/>
                  <a:gd name="connsiteY71" fmla="*/ 2180551 h 4192991"/>
                  <a:gd name="connsiteX72" fmla="*/ 3193294 w 4193880"/>
                  <a:gd name="connsiteY72" fmla="*/ 2190325 h 4192991"/>
                  <a:gd name="connsiteX73" fmla="*/ 3193294 w 4193880"/>
                  <a:gd name="connsiteY73" fmla="*/ 2338806 h 4192991"/>
                  <a:gd name="connsiteX74" fmla="*/ 3189383 w 4193880"/>
                  <a:gd name="connsiteY74" fmla="*/ 2344671 h 4192991"/>
                  <a:gd name="connsiteX75" fmla="*/ 3347675 w 4193880"/>
                  <a:gd name="connsiteY75" fmla="*/ 2344671 h 4192991"/>
                  <a:gd name="connsiteX76" fmla="*/ 3353541 w 4193880"/>
                  <a:gd name="connsiteY76" fmla="*/ 2350535 h 4192991"/>
                  <a:gd name="connsiteX77" fmla="*/ 3353541 w 4193880"/>
                  <a:gd name="connsiteY77" fmla="*/ 2688548 h 4192991"/>
                  <a:gd name="connsiteX78" fmla="*/ 3191420 w 4193880"/>
                  <a:gd name="connsiteY78" fmla="*/ 2684557 h 4192991"/>
                  <a:gd name="connsiteX79" fmla="*/ 3193294 w 4193880"/>
                  <a:gd name="connsiteY79" fmla="*/ 2694412 h 4192991"/>
                  <a:gd name="connsiteX80" fmla="*/ 3193294 w 4193880"/>
                  <a:gd name="connsiteY80" fmla="*/ 2856577 h 4192991"/>
                  <a:gd name="connsiteX81" fmla="*/ 3013494 w 4193880"/>
                  <a:gd name="connsiteY81" fmla="*/ 2856577 h 4192991"/>
                  <a:gd name="connsiteX82" fmla="*/ 3013494 w 4193880"/>
                  <a:gd name="connsiteY82" fmla="*/ 2684638 h 4192991"/>
                  <a:gd name="connsiteX83" fmla="*/ 2681268 w 4193880"/>
                  <a:gd name="connsiteY83" fmla="*/ 2684638 h 4192991"/>
                  <a:gd name="connsiteX84" fmla="*/ 2681268 w 4193880"/>
                  <a:gd name="connsiteY84" fmla="*/ 2180551 h 4192991"/>
                  <a:gd name="connsiteX85" fmla="*/ 2519066 w 4193880"/>
                  <a:gd name="connsiteY85" fmla="*/ 2180551 h 4192991"/>
                  <a:gd name="connsiteX86" fmla="*/ 2517111 w 4193880"/>
                  <a:gd name="connsiteY86" fmla="*/ 2190325 h 4192991"/>
                  <a:gd name="connsiteX87" fmla="*/ 2517111 w 4193880"/>
                  <a:gd name="connsiteY87" fmla="*/ 2352490 h 4192991"/>
                  <a:gd name="connsiteX88" fmla="*/ 2352953 w 4193880"/>
                  <a:gd name="connsiteY88" fmla="*/ 2352490 h 4192991"/>
                  <a:gd name="connsiteX89" fmla="*/ 2352953 w 4193880"/>
                  <a:gd name="connsiteY89" fmla="*/ 2680729 h 4192991"/>
                  <a:gd name="connsiteX90" fmla="*/ 2511245 w 4193880"/>
                  <a:gd name="connsiteY90" fmla="*/ 2680729 h 4192991"/>
                  <a:gd name="connsiteX91" fmla="*/ 2517111 w 4193880"/>
                  <a:gd name="connsiteY91" fmla="*/ 2686593 h 4192991"/>
                  <a:gd name="connsiteX92" fmla="*/ 2517111 w 4193880"/>
                  <a:gd name="connsiteY92" fmla="*/ 2856577 h 4192991"/>
                  <a:gd name="connsiteX93" fmla="*/ 2350998 w 4193880"/>
                  <a:gd name="connsiteY93" fmla="*/ 2856577 h 4192991"/>
                  <a:gd name="connsiteX94" fmla="*/ 2345132 w 4193880"/>
                  <a:gd name="connsiteY94" fmla="*/ 2850713 h 4192991"/>
                  <a:gd name="connsiteX95" fmla="*/ 2345132 w 4193880"/>
                  <a:gd name="connsiteY95" fmla="*/ 2684638 h 4192991"/>
                  <a:gd name="connsiteX96" fmla="*/ 2180975 w 4193880"/>
                  <a:gd name="connsiteY96" fmla="*/ 2684638 h 4192991"/>
                  <a:gd name="connsiteX97" fmla="*/ 2180975 w 4193880"/>
                  <a:gd name="connsiteY97" fmla="*/ 3352846 h 4192991"/>
                  <a:gd name="connsiteX98" fmla="*/ 2022683 w 4193880"/>
                  <a:gd name="connsiteY98" fmla="*/ 3352846 h 4192991"/>
                  <a:gd name="connsiteX99" fmla="*/ 2020727 w 4193880"/>
                  <a:gd name="connsiteY99" fmla="*/ 3362619 h 4192991"/>
                  <a:gd name="connsiteX100" fmla="*/ 2020727 w 4193880"/>
                  <a:gd name="connsiteY100" fmla="*/ 3511101 h 4192991"/>
                  <a:gd name="connsiteX101" fmla="*/ 2018772 w 4193880"/>
                  <a:gd name="connsiteY101" fmla="*/ 3516965 h 4192991"/>
                  <a:gd name="connsiteX102" fmla="*/ 2026593 w 4193880"/>
                  <a:gd name="connsiteY102" fmla="*/ 3516965 h 4192991"/>
                  <a:gd name="connsiteX103" fmla="*/ 2339266 w 4193880"/>
                  <a:gd name="connsiteY103" fmla="*/ 3516965 h 4192991"/>
                  <a:gd name="connsiteX104" fmla="*/ 2345132 w 4193880"/>
                  <a:gd name="connsiteY104" fmla="*/ 3520874 h 4192991"/>
                  <a:gd name="connsiteX105" fmla="*/ 2345132 w 4193880"/>
                  <a:gd name="connsiteY105" fmla="*/ 3348936 h 4192991"/>
                  <a:gd name="connsiteX106" fmla="*/ 2857157 w 4193880"/>
                  <a:gd name="connsiteY106" fmla="*/ 3348936 h 4192991"/>
                  <a:gd name="connsiteX107" fmla="*/ 2857157 w 4193880"/>
                  <a:gd name="connsiteY107" fmla="*/ 3860842 h 4192991"/>
                  <a:gd name="connsiteX108" fmla="*/ 2509290 w 4193880"/>
                  <a:gd name="connsiteY108" fmla="*/ 3856933 h 4192991"/>
                  <a:gd name="connsiteX109" fmla="*/ 2509290 w 4193880"/>
                  <a:gd name="connsiteY109" fmla="*/ 3696723 h 4192991"/>
                  <a:gd name="connsiteX110" fmla="*/ 2352953 w 4193880"/>
                  <a:gd name="connsiteY110" fmla="*/ 3696723 h 4192991"/>
                  <a:gd name="connsiteX111" fmla="*/ 2352953 w 4193880"/>
                  <a:gd name="connsiteY111" fmla="*/ 4192991 h 4192991"/>
                  <a:gd name="connsiteX112" fmla="*/ 2177064 w 4193880"/>
                  <a:gd name="connsiteY112" fmla="*/ 4192991 h 4192991"/>
                  <a:gd name="connsiteX113" fmla="*/ 2175190 w 4193880"/>
                  <a:gd name="connsiteY113" fmla="*/ 3860761 h 4192991"/>
                  <a:gd name="connsiteX114" fmla="*/ 2012906 w 4193880"/>
                  <a:gd name="connsiteY114" fmla="*/ 3856851 h 4192991"/>
                  <a:gd name="connsiteX115" fmla="*/ 2012906 w 4193880"/>
                  <a:gd name="connsiteY115" fmla="*/ 3696641 h 4192991"/>
                  <a:gd name="connsiteX116" fmla="*/ 1848749 w 4193880"/>
                  <a:gd name="connsiteY116" fmla="*/ 3696641 h 4192991"/>
                  <a:gd name="connsiteX117" fmla="*/ 1848749 w 4193880"/>
                  <a:gd name="connsiteY117" fmla="*/ 4192910 h 4192991"/>
                  <a:gd name="connsiteX118" fmla="*/ 1336724 w 4193880"/>
                  <a:gd name="connsiteY118" fmla="*/ 4192910 h 4192991"/>
                  <a:gd name="connsiteX119" fmla="*/ 1336724 w 4193880"/>
                  <a:gd name="connsiteY119" fmla="*/ 3852942 h 4192991"/>
                  <a:gd name="connsiteX120" fmla="*/ 1512613 w 4193880"/>
                  <a:gd name="connsiteY120" fmla="*/ 3852942 h 4192991"/>
                  <a:gd name="connsiteX121" fmla="*/ 1512613 w 4193880"/>
                  <a:gd name="connsiteY121" fmla="*/ 4024880 h 4192991"/>
                  <a:gd name="connsiteX122" fmla="*/ 1674815 w 4193880"/>
                  <a:gd name="connsiteY122" fmla="*/ 4024880 h 4192991"/>
                  <a:gd name="connsiteX123" fmla="*/ 1676607 w 4193880"/>
                  <a:gd name="connsiteY123" fmla="*/ 3999632 h 4192991"/>
                  <a:gd name="connsiteX124" fmla="*/ 1676607 w 4193880"/>
                  <a:gd name="connsiteY124" fmla="*/ 3702261 h 4192991"/>
                  <a:gd name="connsiteX125" fmla="*/ 1682636 w 4193880"/>
                  <a:gd name="connsiteY125" fmla="*/ 3688822 h 4192991"/>
                  <a:gd name="connsiteX126" fmla="*/ 1840928 w 4193880"/>
                  <a:gd name="connsiteY126" fmla="*/ 3688822 h 4192991"/>
                  <a:gd name="connsiteX127" fmla="*/ 1840928 w 4193880"/>
                  <a:gd name="connsiteY127" fmla="*/ 3188644 h 4192991"/>
                  <a:gd name="connsiteX128" fmla="*/ 1835062 w 4193880"/>
                  <a:gd name="connsiteY128" fmla="*/ 3192554 h 4192991"/>
                  <a:gd name="connsiteX129" fmla="*/ 1684591 w 4193880"/>
                  <a:gd name="connsiteY129" fmla="*/ 3192554 h 4192991"/>
                  <a:gd name="connsiteX130" fmla="*/ 1684591 w 4193880"/>
                  <a:gd name="connsiteY130" fmla="*/ 3524703 h 4192991"/>
                  <a:gd name="connsiteX131" fmla="*/ 1512613 w 4193880"/>
                  <a:gd name="connsiteY131" fmla="*/ 3524703 h 4192991"/>
                  <a:gd name="connsiteX132" fmla="*/ 1512613 w 4193880"/>
                  <a:gd name="connsiteY132" fmla="*/ 3696641 h 4192991"/>
                  <a:gd name="connsiteX133" fmla="*/ 1342589 w 4193880"/>
                  <a:gd name="connsiteY133" fmla="*/ 3696641 h 4192991"/>
                  <a:gd name="connsiteX134" fmla="*/ 1336724 w 4193880"/>
                  <a:gd name="connsiteY134" fmla="*/ 3690777 h 4192991"/>
                  <a:gd name="connsiteX135" fmla="*/ 1336724 w 4193880"/>
                  <a:gd name="connsiteY135" fmla="*/ 3522748 h 4192991"/>
                  <a:gd name="connsiteX136" fmla="*/ 1342589 w 4193880"/>
                  <a:gd name="connsiteY136" fmla="*/ 3516884 h 4192991"/>
                  <a:gd name="connsiteX137" fmla="*/ 1508702 w 4193880"/>
                  <a:gd name="connsiteY137" fmla="*/ 3516884 h 4192991"/>
                  <a:gd name="connsiteX138" fmla="*/ 1508702 w 4193880"/>
                  <a:gd name="connsiteY138" fmla="*/ 3194509 h 4192991"/>
                  <a:gd name="connsiteX139" fmla="*/ 1498926 w 4193880"/>
                  <a:gd name="connsiteY139" fmla="*/ 3192554 h 4192991"/>
                  <a:gd name="connsiteX140" fmla="*/ 1342589 w 4193880"/>
                  <a:gd name="connsiteY140" fmla="*/ 3192554 h 4192991"/>
                  <a:gd name="connsiteX141" fmla="*/ 1336724 w 4193880"/>
                  <a:gd name="connsiteY141" fmla="*/ 3186689 h 4192991"/>
                  <a:gd name="connsiteX142" fmla="*/ 1336724 w 4193880"/>
                  <a:gd name="connsiteY142" fmla="*/ 2856496 h 4192991"/>
                  <a:gd name="connsiteX143" fmla="*/ 840340 w 4193880"/>
                  <a:gd name="connsiteY143" fmla="*/ 2856496 h 4192991"/>
                  <a:gd name="connsiteX144" fmla="*/ 840340 w 4193880"/>
                  <a:gd name="connsiteY144" fmla="*/ 2680647 h 4192991"/>
                  <a:gd name="connsiteX145" fmla="*/ 1172566 w 4193880"/>
                  <a:gd name="connsiteY145" fmla="*/ 2680647 h 4192991"/>
                  <a:gd name="connsiteX146" fmla="*/ 1172566 w 4193880"/>
                  <a:gd name="connsiteY146" fmla="*/ 2516528 h 4192991"/>
                  <a:gd name="connsiteX147" fmla="*/ 504204 w 4193880"/>
                  <a:gd name="connsiteY147" fmla="*/ 2516528 h 4192991"/>
                  <a:gd name="connsiteX148" fmla="*/ 504204 w 4193880"/>
                  <a:gd name="connsiteY148" fmla="*/ 2680647 h 4192991"/>
                  <a:gd name="connsiteX149" fmla="*/ 670317 w 4193880"/>
                  <a:gd name="connsiteY149" fmla="*/ 2680647 h 4192991"/>
                  <a:gd name="connsiteX150" fmla="*/ 676183 w 4193880"/>
                  <a:gd name="connsiteY150" fmla="*/ 2686512 h 4192991"/>
                  <a:gd name="connsiteX151" fmla="*/ 676183 w 4193880"/>
                  <a:gd name="connsiteY151" fmla="*/ 2856496 h 4192991"/>
                  <a:gd name="connsiteX152" fmla="*/ 336136 w 4193880"/>
                  <a:gd name="connsiteY152" fmla="*/ 2856496 h 4192991"/>
                  <a:gd name="connsiteX153" fmla="*/ 336136 w 4193880"/>
                  <a:gd name="connsiteY153" fmla="*/ 2516528 h 4192991"/>
                  <a:gd name="connsiteX154" fmla="*/ 168068 w 4193880"/>
                  <a:gd name="connsiteY154" fmla="*/ 2516528 h 4192991"/>
                  <a:gd name="connsiteX155" fmla="*/ 171979 w 4193880"/>
                  <a:gd name="connsiteY155" fmla="*/ 2856496 h 4192991"/>
                  <a:gd name="connsiteX156" fmla="*/ 0 w 4193880"/>
                  <a:gd name="connsiteY156" fmla="*/ 2856496 h 4192991"/>
                  <a:gd name="connsiteX157" fmla="*/ 0 w 4193880"/>
                  <a:gd name="connsiteY157" fmla="*/ 2508709 h 4192991"/>
                  <a:gd name="connsiteX158" fmla="*/ 164158 w 4193880"/>
                  <a:gd name="connsiteY158" fmla="*/ 2508709 h 4192991"/>
                  <a:gd name="connsiteX159" fmla="*/ 164158 w 4193880"/>
                  <a:gd name="connsiteY159" fmla="*/ 2352408 h 4192991"/>
                  <a:gd name="connsiteX160" fmla="*/ 5866 w 4193880"/>
                  <a:gd name="connsiteY160" fmla="*/ 2352408 h 4192991"/>
                  <a:gd name="connsiteX161" fmla="*/ 0 w 4193880"/>
                  <a:gd name="connsiteY161" fmla="*/ 2346544 h 4192991"/>
                  <a:gd name="connsiteX162" fmla="*/ 0 w 4193880"/>
                  <a:gd name="connsiteY162" fmla="*/ 2176560 h 4192991"/>
                  <a:gd name="connsiteX163" fmla="*/ 496383 w 4193880"/>
                  <a:gd name="connsiteY163" fmla="*/ 2176560 h 4192991"/>
                  <a:gd name="connsiteX164" fmla="*/ 496383 w 4193880"/>
                  <a:gd name="connsiteY164" fmla="*/ 2020259 h 4192991"/>
                  <a:gd name="connsiteX165" fmla="*/ 342002 w 4193880"/>
                  <a:gd name="connsiteY165" fmla="*/ 2020259 h 4192991"/>
                  <a:gd name="connsiteX166" fmla="*/ 336136 w 4193880"/>
                  <a:gd name="connsiteY166" fmla="*/ 2014395 h 4192991"/>
                  <a:gd name="connsiteX167" fmla="*/ 336136 w 4193880"/>
                  <a:gd name="connsiteY167" fmla="*/ 1848321 h 4192991"/>
                  <a:gd name="connsiteX168" fmla="*/ 164158 w 4193880"/>
                  <a:gd name="connsiteY168" fmla="*/ 1848321 h 4192991"/>
                  <a:gd name="connsiteX169" fmla="*/ 164158 w 4193880"/>
                  <a:gd name="connsiteY169" fmla="*/ 1684201 h 4192991"/>
                  <a:gd name="connsiteX170" fmla="*/ 0 w 4193880"/>
                  <a:gd name="connsiteY170" fmla="*/ 1684201 h 4192991"/>
                  <a:gd name="connsiteX171" fmla="*/ 0 w 4193880"/>
                  <a:gd name="connsiteY171" fmla="*/ 1508353 h 4192991"/>
                  <a:gd name="connsiteX172" fmla="*/ 166113 w 4193880"/>
                  <a:gd name="connsiteY172" fmla="*/ 1508353 h 4192991"/>
                  <a:gd name="connsiteX173" fmla="*/ 171979 w 4193880"/>
                  <a:gd name="connsiteY173" fmla="*/ 1514217 h 4192991"/>
                  <a:gd name="connsiteX174" fmla="*/ 171979 w 4193880"/>
                  <a:gd name="connsiteY174" fmla="*/ 1670518 h 4192991"/>
                  <a:gd name="connsiteX175" fmla="*/ 168394 w 4193880"/>
                  <a:gd name="connsiteY175" fmla="*/ 1674427 h 4192991"/>
                  <a:gd name="connsiteX176" fmla="*/ 171979 w 4193880"/>
                  <a:gd name="connsiteY176" fmla="*/ 1678418 h 4192991"/>
                  <a:gd name="connsiteX177" fmla="*/ 185665 w 4193880"/>
                  <a:gd name="connsiteY177" fmla="*/ 1680292 h 4192991"/>
                  <a:gd name="connsiteX178" fmla="*/ 340047 w 4193880"/>
                  <a:gd name="connsiteY178" fmla="*/ 1680292 h 4192991"/>
                  <a:gd name="connsiteX179" fmla="*/ 340047 w 4193880"/>
                  <a:gd name="connsiteY179" fmla="*/ 1840502 h 4192991"/>
                  <a:gd name="connsiteX180" fmla="*/ 670317 w 4193880"/>
                  <a:gd name="connsiteY180" fmla="*/ 1840502 h 4192991"/>
                  <a:gd name="connsiteX181" fmla="*/ 676183 w 4193880"/>
                  <a:gd name="connsiteY181" fmla="*/ 1846366 h 4192991"/>
                  <a:gd name="connsiteX182" fmla="*/ 676183 w 4193880"/>
                  <a:gd name="connsiteY182" fmla="*/ 2012440 h 4192991"/>
                  <a:gd name="connsiteX183" fmla="*/ 1172566 w 4193880"/>
                  <a:gd name="connsiteY183" fmla="*/ 2012440 h 4192991"/>
                  <a:gd name="connsiteX184" fmla="*/ 1172566 w 4193880"/>
                  <a:gd name="connsiteY184" fmla="*/ 1848321 h 4192991"/>
                  <a:gd name="connsiteX185" fmla="*/ 1006453 w 4193880"/>
                  <a:gd name="connsiteY185" fmla="*/ 1848321 h 4192991"/>
                  <a:gd name="connsiteX186" fmla="*/ 1000588 w 4193880"/>
                  <a:gd name="connsiteY186" fmla="*/ 1842456 h 4192991"/>
                  <a:gd name="connsiteX187" fmla="*/ 1000588 w 4193880"/>
                  <a:gd name="connsiteY187" fmla="*/ 1686156 h 4192991"/>
                  <a:gd name="connsiteX188" fmla="*/ 1006453 w 4193880"/>
                  <a:gd name="connsiteY188" fmla="*/ 1680292 h 4192991"/>
                  <a:gd name="connsiteX189" fmla="*/ 1172566 w 4193880"/>
                  <a:gd name="connsiteY189" fmla="*/ 1680292 h 4192991"/>
                  <a:gd name="connsiteX190" fmla="*/ 1172566 w 4193880"/>
                  <a:gd name="connsiteY190" fmla="*/ 1512262 h 4192991"/>
                  <a:gd name="connsiteX191" fmla="*/ 1006453 w 4193880"/>
                  <a:gd name="connsiteY191" fmla="*/ 1512262 h 4192991"/>
                  <a:gd name="connsiteX192" fmla="*/ 1000588 w 4193880"/>
                  <a:gd name="connsiteY192" fmla="*/ 1506398 h 4192991"/>
                  <a:gd name="connsiteX193" fmla="*/ 1000588 w 4193880"/>
                  <a:gd name="connsiteY193" fmla="*/ 1342279 h 4192991"/>
                  <a:gd name="connsiteX194" fmla="*/ 1006453 w 4193880"/>
                  <a:gd name="connsiteY194" fmla="*/ 1336414 h 4192991"/>
                  <a:gd name="connsiteX195" fmla="*/ 1174521 w 4193880"/>
                  <a:gd name="connsiteY195" fmla="*/ 1336414 h 4192991"/>
                  <a:gd name="connsiteX196" fmla="*/ 1180387 w 4193880"/>
                  <a:gd name="connsiteY196" fmla="*/ 1342279 h 4192991"/>
                  <a:gd name="connsiteX197" fmla="*/ 1180387 w 4193880"/>
                  <a:gd name="connsiteY197" fmla="*/ 1508353 h 4192991"/>
                  <a:gd name="connsiteX198" fmla="*/ 1336724 w 4193880"/>
                  <a:gd name="connsiteY198" fmla="*/ 1508353 h 4192991"/>
                  <a:gd name="connsiteX199" fmla="*/ 1336724 w 4193880"/>
                  <a:gd name="connsiteY199" fmla="*/ 840146 h 4192991"/>
                  <a:gd name="connsiteX200" fmla="*/ 1508702 w 4193880"/>
                  <a:gd name="connsiteY200" fmla="*/ 840146 h 4192991"/>
                  <a:gd name="connsiteX201" fmla="*/ 1508702 w 4193880"/>
                  <a:gd name="connsiteY201" fmla="*/ 676026 h 4192991"/>
                  <a:gd name="connsiteX202" fmla="*/ 1342589 w 4193880"/>
                  <a:gd name="connsiteY202" fmla="*/ 676026 h 4192991"/>
                  <a:gd name="connsiteX203" fmla="*/ 1336724 w 4193880"/>
                  <a:gd name="connsiteY203" fmla="*/ 670162 h 4192991"/>
                  <a:gd name="connsiteX204" fmla="*/ 1336724 w 4193880"/>
                  <a:gd name="connsiteY204" fmla="*/ 336058 h 4192991"/>
                  <a:gd name="connsiteX205" fmla="*/ 1840928 w 4193880"/>
                  <a:gd name="connsiteY205" fmla="*/ 336058 h 4192991"/>
                  <a:gd name="connsiteX206" fmla="*/ 1840928 w 4193880"/>
                  <a:gd name="connsiteY206" fmla="*/ 168029 h 4192991"/>
                  <a:gd name="connsiteX207" fmla="*/ 1835062 w 4193880"/>
                  <a:gd name="connsiteY207" fmla="*/ 171939 h 4192991"/>
                  <a:gd name="connsiteX208" fmla="*/ 1682636 w 4193880"/>
                  <a:gd name="connsiteY208" fmla="*/ 171939 h 4192991"/>
                  <a:gd name="connsiteX209" fmla="*/ 1676770 w 4193880"/>
                  <a:gd name="connsiteY209" fmla="*/ 166074 h 4192991"/>
                  <a:gd name="connsiteX210" fmla="*/ 1676770 w 4193880"/>
                  <a:gd name="connsiteY210" fmla="*/ 5864 h 4192991"/>
                  <a:gd name="connsiteX211" fmla="*/ 1682636 w 4193880"/>
                  <a:gd name="connsiteY211" fmla="*/ 0 h 4192991"/>
                  <a:gd name="connsiteX212" fmla="*/ 1842883 w 4193880"/>
                  <a:gd name="connsiteY212" fmla="*/ 0 h 4192991"/>
                  <a:gd name="connsiteX213" fmla="*/ 1848749 w 4193880"/>
                  <a:gd name="connsiteY213" fmla="*/ 5864 h 4192991"/>
                  <a:gd name="connsiteX214" fmla="*/ 1848749 w 4193880"/>
                  <a:gd name="connsiteY214" fmla="*/ 164120 h 4192991"/>
                  <a:gd name="connsiteX215" fmla="*/ 3689677 w 4193880"/>
                  <a:gd name="connsiteY215" fmla="*/ 172020 h 4192991"/>
                  <a:gd name="connsiteX216" fmla="*/ 3535295 w 4193880"/>
                  <a:gd name="connsiteY216" fmla="*/ 172020 h 4192991"/>
                  <a:gd name="connsiteX217" fmla="*/ 3525519 w 4193880"/>
                  <a:gd name="connsiteY217" fmla="*/ 173975 h 4192991"/>
                  <a:gd name="connsiteX218" fmla="*/ 3525519 w 4193880"/>
                  <a:gd name="connsiteY218" fmla="*/ 496350 h 4192991"/>
                  <a:gd name="connsiteX219" fmla="*/ 3683811 w 4193880"/>
                  <a:gd name="connsiteY219" fmla="*/ 496350 h 4192991"/>
                  <a:gd name="connsiteX220" fmla="*/ 3689677 w 4193880"/>
                  <a:gd name="connsiteY220" fmla="*/ 500259 h 4192991"/>
                  <a:gd name="connsiteX221" fmla="*/ 3689677 w 4193880"/>
                  <a:gd name="connsiteY221" fmla="*/ 172020 h 4192991"/>
                  <a:gd name="connsiteX222" fmla="*/ 3349630 w 4193880"/>
                  <a:gd name="connsiteY222" fmla="*/ 172020 h 4192991"/>
                  <a:gd name="connsiteX223" fmla="*/ 3189383 w 4193880"/>
                  <a:gd name="connsiteY223" fmla="*/ 172020 h 4192991"/>
                  <a:gd name="connsiteX224" fmla="*/ 3193294 w 4193880"/>
                  <a:gd name="connsiteY224" fmla="*/ 177885 h 4192991"/>
                  <a:gd name="connsiteX225" fmla="*/ 3193294 w 4193880"/>
                  <a:gd name="connsiteY225" fmla="*/ 662424 h 4192991"/>
                  <a:gd name="connsiteX226" fmla="*/ 3189383 w 4193880"/>
                  <a:gd name="connsiteY226" fmla="*/ 668289 h 4192991"/>
                  <a:gd name="connsiteX227" fmla="*/ 3349630 w 4193880"/>
                  <a:gd name="connsiteY227" fmla="*/ 668289 h 4192991"/>
                  <a:gd name="connsiteX228" fmla="*/ 3349630 w 4193880"/>
                  <a:gd name="connsiteY228" fmla="*/ 172020 h 4192991"/>
                  <a:gd name="connsiteX229" fmla="*/ 1840846 w 4193880"/>
                  <a:gd name="connsiteY229" fmla="*/ 504169 h 4192991"/>
                  <a:gd name="connsiteX230" fmla="*/ 1512531 w 4193880"/>
                  <a:gd name="connsiteY230" fmla="*/ 504169 h 4192991"/>
                  <a:gd name="connsiteX231" fmla="*/ 1512531 w 4193880"/>
                  <a:gd name="connsiteY231" fmla="*/ 668289 h 4192991"/>
                  <a:gd name="connsiteX232" fmla="*/ 1840846 w 4193880"/>
                  <a:gd name="connsiteY232" fmla="*/ 668289 h 4192991"/>
                  <a:gd name="connsiteX233" fmla="*/ 1840846 w 4193880"/>
                  <a:gd name="connsiteY233" fmla="*/ 504169 h 4192991"/>
                  <a:gd name="connsiteX234" fmla="*/ 1676689 w 4193880"/>
                  <a:gd name="connsiteY234" fmla="*/ 848046 h 4192991"/>
                  <a:gd name="connsiteX235" fmla="*/ 1522307 w 4193880"/>
                  <a:gd name="connsiteY235" fmla="*/ 848046 h 4192991"/>
                  <a:gd name="connsiteX236" fmla="*/ 1512450 w 4193880"/>
                  <a:gd name="connsiteY236" fmla="*/ 846173 h 4192991"/>
                  <a:gd name="connsiteX237" fmla="*/ 1512450 w 4193880"/>
                  <a:gd name="connsiteY237" fmla="*/ 1172457 h 4192991"/>
                  <a:gd name="connsiteX238" fmla="*/ 1678644 w 4193880"/>
                  <a:gd name="connsiteY238" fmla="*/ 1172457 h 4192991"/>
                  <a:gd name="connsiteX239" fmla="*/ 1684510 w 4193880"/>
                  <a:gd name="connsiteY239" fmla="*/ 1178322 h 4192991"/>
                  <a:gd name="connsiteX240" fmla="*/ 1684510 w 4193880"/>
                  <a:gd name="connsiteY240" fmla="*/ 1336577 h 4192991"/>
                  <a:gd name="connsiteX241" fmla="*/ 1842802 w 4193880"/>
                  <a:gd name="connsiteY241" fmla="*/ 1336577 h 4192991"/>
                  <a:gd name="connsiteX242" fmla="*/ 1848667 w 4193880"/>
                  <a:gd name="connsiteY242" fmla="*/ 1342441 h 4192991"/>
                  <a:gd name="connsiteX243" fmla="*/ 1848667 w 4193880"/>
                  <a:gd name="connsiteY243" fmla="*/ 1508516 h 4192991"/>
                  <a:gd name="connsiteX244" fmla="*/ 2014780 w 4193880"/>
                  <a:gd name="connsiteY244" fmla="*/ 1508516 h 4192991"/>
                  <a:gd name="connsiteX245" fmla="*/ 2020646 w 4193880"/>
                  <a:gd name="connsiteY245" fmla="*/ 1514380 h 4192991"/>
                  <a:gd name="connsiteX246" fmla="*/ 2020646 w 4193880"/>
                  <a:gd name="connsiteY246" fmla="*/ 1834800 h 4192991"/>
                  <a:gd name="connsiteX247" fmla="*/ 2016735 w 4193880"/>
                  <a:gd name="connsiteY247" fmla="*/ 1840665 h 4192991"/>
                  <a:gd name="connsiteX248" fmla="*/ 2176983 w 4193880"/>
                  <a:gd name="connsiteY248" fmla="*/ 1840665 h 4192991"/>
                  <a:gd name="connsiteX249" fmla="*/ 2172909 w 4193880"/>
                  <a:gd name="connsiteY249" fmla="*/ 1693975 h 4192991"/>
                  <a:gd name="connsiteX250" fmla="*/ 2186759 w 4193880"/>
                  <a:gd name="connsiteY250" fmla="*/ 1680454 h 4192991"/>
                  <a:gd name="connsiteX251" fmla="*/ 2345051 w 4193880"/>
                  <a:gd name="connsiteY251" fmla="*/ 1680454 h 4192991"/>
                  <a:gd name="connsiteX252" fmla="*/ 2345051 w 4193880"/>
                  <a:gd name="connsiteY252" fmla="*/ 1512425 h 4192991"/>
                  <a:gd name="connsiteX253" fmla="*/ 2335275 w 4193880"/>
                  <a:gd name="connsiteY253" fmla="*/ 1512425 h 4192991"/>
                  <a:gd name="connsiteX254" fmla="*/ 2178938 w 4193880"/>
                  <a:gd name="connsiteY254" fmla="*/ 1512425 h 4192991"/>
                  <a:gd name="connsiteX255" fmla="*/ 2173072 w 4193880"/>
                  <a:gd name="connsiteY255" fmla="*/ 1506561 h 4192991"/>
                  <a:gd name="connsiteX256" fmla="*/ 2173072 w 4193880"/>
                  <a:gd name="connsiteY256" fmla="*/ 1342441 h 4192991"/>
                  <a:gd name="connsiteX257" fmla="*/ 2178938 w 4193880"/>
                  <a:gd name="connsiteY257" fmla="*/ 1336577 h 4192991"/>
                  <a:gd name="connsiteX258" fmla="*/ 2509208 w 4193880"/>
                  <a:gd name="connsiteY258" fmla="*/ 1336577 h 4192991"/>
                  <a:gd name="connsiteX259" fmla="*/ 2509208 w 4193880"/>
                  <a:gd name="connsiteY259" fmla="*/ 1180276 h 4192991"/>
                  <a:gd name="connsiteX260" fmla="*/ 2176983 w 4193880"/>
                  <a:gd name="connsiteY260" fmla="*/ 1180276 h 4192991"/>
                  <a:gd name="connsiteX261" fmla="*/ 2176983 w 4193880"/>
                  <a:gd name="connsiteY261" fmla="*/ 1008338 h 4192991"/>
                  <a:gd name="connsiteX262" fmla="*/ 2012825 w 4193880"/>
                  <a:gd name="connsiteY262" fmla="*/ 1008338 h 4192991"/>
                  <a:gd name="connsiteX263" fmla="*/ 2012825 w 4193880"/>
                  <a:gd name="connsiteY263" fmla="*/ 844218 h 4192991"/>
                  <a:gd name="connsiteX264" fmla="*/ 1850704 w 4193880"/>
                  <a:gd name="connsiteY264" fmla="*/ 844218 h 4192991"/>
                  <a:gd name="connsiteX265" fmla="*/ 1848667 w 4193880"/>
                  <a:gd name="connsiteY265" fmla="*/ 853992 h 4192991"/>
                  <a:gd name="connsiteX266" fmla="*/ 1848667 w 4193880"/>
                  <a:gd name="connsiteY266" fmla="*/ 1008338 h 4192991"/>
                  <a:gd name="connsiteX267" fmla="*/ 1682554 w 4193880"/>
                  <a:gd name="connsiteY267" fmla="*/ 1008338 h 4192991"/>
                  <a:gd name="connsiteX268" fmla="*/ 1676689 w 4193880"/>
                  <a:gd name="connsiteY268" fmla="*/ 1002474 h 4192991"/>
                  <a:gd name="connsiteX269" fmla="*/ 1676689 w 4193880"/>
                  <a:gd name="connsiteY269" fmla="*/ 848128 h 4192991"/>
                  <a:gd name="connsiteX270" fmla="*/ 3349630 w 4193880"/>
                  <a:gd name="connsiteY270" fmla="*/ 848046 h 4192991"/>
                  <a:gd name="connsiteX271" fmla="*/ 2866934 w 4193880"/>
                  <a:gd name="connsiteY271" fmla="*/ 848046 h 4192991"/>
                  <a:gd name="connsiteX272" fmla="*/ 2857157 w 4193880"/>
                  <a:gd name="connsiteY272" fmla="*/ 850001 h 4192991"/>
                  <a:gd name="connsiteX273" fmla="*/ 2857157 w 4193880"/>
                  <a:gd name="connsiteY273" fmla="*/ 1336496 h 4192991"/>
                  <a:gd name="connsiteX274" fmla="*/ 3349630 w 4193880"/>
                  <a:gd name="connsiteY274" fmla="*/ 1336496 h 4192991"/>
                  <a:gd name="connsiteX275" fmla="*/ 3349630 w 4193880"/>
                  <a:gd name="connsiteY275" fmla="*/ 848046 h 4192991"/>
                  <a:gd name="connsiteX276" fmla="*/ 2681187 w 4193880"/>
                  <a:gd name="connsiteY276" fmla="*/ 1008256 h 4192991"/>
                  <a:gd name="connsiteX277" fmla="*/ 2518984 w 4193880"/>
                  <a:gd name="connsiteY277" fmla="*/ 1008256 h 4192991"/>
                  <a:gd name="connsiteX278" fmla="*/ 2517029 w 4193880"/>
                  <a:gd name="connsiteY278" fmla="*/ 1018030 h 4192991"/>
                  <a:gd name="connsiteX279" fmla="*/ 2517029 w 4193880"/>
                  <a:gd name="connsiteY279" fmla="*/ 1172376 h 4192991"/>
                  <a:gd name="connsiteX280" fmla="*/ 2681187 w 4193880"/>
                  <a:gd name="connsiteY280" fmla="*/ 1172376 h 4192991"/>
                  <a:gd name="connsiteX281" fmla="*/ 2681187 w 4193880"/>
                  <a:gd name="connsiteY281" fmla="*/ 1008256 h 4192991"/>
                  <a:gd name="connsiteX282" fmla="*/ 4025813 w 4193880"/>
                  <a:gd name="connsiteY282" fmla="*/ 1180195 h 4192991"/>
                  <a:gd name="connsiteX283" fmla="*/ 3857745 w 4193880"/>
                  <a:gd name="connsiteY283" fmla="*/ 1180195 h 4192991"/>
                  <a:gd name="connsiteX284" fmla="*/ 3861655 w 4193880"/>
                  <a:gd name="connsiteY284" fmla="*/ 1189969 h 4192991"/>
                  <a:gd name="connsiteX285" fmla="*/ 3861655 w 4193880"/>
                  <a:gd name="connsiteY285" fmla="*/ 1330631 h 4192991"/>
                  <a:gd name="connsiteX286" fmla="*/ 3857745 w 4193880"/>
                  <a:gd name="connsiteY286" fmla="*/ 1336496 h 4192991"/>
                  <a:gd name="connsiteX287" fmla="*/ 4025813 w 4193880"/>
                  <a:gd name="connsiteY287" fmla="*/ 1336496 h 4192991"/>
                  <a:gd name="connsiteX288" fmla="*/ 4025813 w 4193880"/>
                  <a:gd name="connsiteY288" fmla="*/ 1180195 h 4192991"/>
                  <a:gd name="connsiteX289" fmla="*/ 1676689 w 4193880"/>
                  <a:gd name="connsiteY289" fmla="*/ 1344396 h 4192991"/>
                  <a:gd name="connsiteX290" fmla="*/ 1512531 w 4193880"/>
                  <a:gd name="connsiteY290" fmla="*/ 1344396 h 4192991"/>
                  <a:gd name="connsiteX291" fmla="*/ 1512531 w 4193880"/>
                  <a:gd name="connsiteY291" fmla="*/ 1516335 h 4192991"/>
                  <a:gd name="connsiteX292" fmla="*/ 1342589 w 4193880"/>
                  <a:gd name="connsiteY292" fmla="*/ 1512344 h 4192991"/>
                  <a:gd name="connsiteX293" fmla="*/ 1344463 w 4193880"/>
                  <a:gd name="connsiteY293" fmla="*/ 1522199 h 4192991"/>
                  <a:gd name="connsiteX294" fmla="*/ 1344463 w 4193880"/>
                  <a:gd name="connsiteY294" fmla="*/ 1684364 h 4192991"/>
                  <a:gd name="connsiteX295" fmla="*/ 1180306 w 4193880"/>
                  <a:gd name="connsiteY295" fmla="*/ 1684364 h 4192991"/>
                  <a:gd name="connsiteX296" fmla="*/ 1180306 w 4193880"/>
                  <a:gd name="connsiteY296" fmla="*/ 1840665 h 4192991"/>
                  <a:gd name="connsiteX297" fmla="*/ 1508621 w 4193880"/>
                  <a:gd name="connsiteY297" fmla="*/ 1840665 h 4192991"/>
                  <a:gd name="connsiteX298" fmla="*/ 1508621 w 4193880"/>
                  <a:gd name="connsiteY298" fmla="*/ 1682409 h 4192991"/>
                  <a:gd name="connsiteX299" fmla="*/ 1541697 w 4193880"/>
                  <a:gd name="connsiteY299" fmla="*/ 1680617 h 4192991"/>
                  <a:gd name="connsiteX300" fmla="*/ 1667157 w 4193880"/>
                  <a:gd name="connsiteY300" fmla="*/ 1680617 h 4192991"/>
                  <a:gd name="connsiteX301" fmla="*/ 1680192 w 4193880"/>
                  <a:gd name="connsiteY301" fmla="*/ 1674264 h 4192991"/>
                  <a:gd name="connsiteX302" fmla="*/ 1676770 w 4193880"/>
                  <a:gd name="connsiteY302" fmla="*/ 1344315 h 4192991"/>
                  <a:gd name="connsiteX303" fmla="*/ 2681187 w 4193880"/>
                  <a:gd name="connsiteY303" fmla="*/ 1344396 h 4192991"/>
                  <a:gd name="connsiteX304" fmla="*/ 2517029 w 4193880"/>
                  <a:gd name="connsiteY304" fmla="*/ 1344396 h 4192991"/>
                  <a:gd name="connsiteX305" fmla="*/ 2517029 w 4193880"/>
                  <a:gd name="connsiteY305" fmla="*/ 1834800 h 4192991"/>
                  <a:gd name="connsiteX306" fmla="*/ 2513119 w 4193880"/>
                  <a:gd name="connsiteY306" fmla="*/ 1840665 h 4192991"/>
                  <a:gd name="connsiteX307" fmla="*/ 2681187 w 4193880"/>
                  <a:gd name="connsiteY307" fmla="*/ 1840665 h 4192991"/>
                  <a:gd name="connsiteX308" fmla="*/ 2681187 w 4193880"/>
                  <a:gd name="connsiteY308" fmla="*/ 1682409 h 4192991"/>
                  <a:gd name="connsiteX309" fmla="*/ 2718092 w 4193880"/>
                  <a:gd name="connsiteY309" fmla="*/ 1680617 h 4192991"/>
                  <a:gd name="connsiteX310" fmla="*/ 2839642 w 4193880"/>
                  <a:gd name="connsiteY310" fmla="*/ 1680617 h 4192991"/>
                  <a:gd name="connsiteX311" fmla="*/ 2851454 w 4193880"/>
                  <a:gd name="connsiteY311" fmla="*/ 1676626 h 4192991"/>
                  <a:gd name="connsiteX312" fmla="*/ 2852269 w 4193880"/>
                  <a:gd name="connsiteY312" fmla="*/ 1518045 h 4192991"/>
                  <a:gd name="connsiteX313" fmla="*/ 2839397 w 4193880"/>
                  <a:gd name="connsiteY313" fmla="*/ 1512344 h 4192991"/>
                  <a:gd name="connsiteX314" fmla="*/ 2681105 w 4193880"/>
                  <a:gd name="connsiteY314" fmla="*/ 1512344 h 4192991"/>
                  <a:gd name="connsiteX315" fmla="*/ 2681105 w 4193880"/>
                  <a:gd name="connsiteY315" fmla="*/ 1344315 h 4192991"/>
                  <a:gd name="connsiteX316" fmla="*/ 3185472 w 4193880"/>
                  <a:gd name="connsiteY316" fmla="*/ 1512425 h 4192991"/>
                  <a:gd name="connsiteX317" fmla="*/ 3021315 w 4193880"/>
                  <a:gd name="connsiteY317" fmla="*/ 1512425 h 4192991"/>
                  <a:gd name="connsiteX318" fmla="*/ 3021315 w 4193880"/>
                  <a:gd name="connsiteY318" fmla="*/ 1840665 h 4192991"/>
                  <a:gd name="connsiteX319" fmla="*/ 3349630 w 4193880"/>
                  <a:gd name="connsiteY319" fmla="*/ 1840665 h 4192991"/>
                  <a:gd name="connsiteX320" fmla="*/ 3349630 w 4193880"/>
                  <a:gd name="connsiteY320" fmla="*/ 1684364 h 4192991"/>
                  <a:gd name="connsiteX321" fmla="*/ 3185472 w 4193880"/>
                  <a:gd name="connsiteY321" fmla="*/ 1684364 h 4192991"/>
                  <a:gd name="connsiteX322" fmla="*/ 3185472 w 4193880"/>
                  <a:gd name="connsiteY322" fmla="*/ 1512425 h 4192991"/>
                  <a:gd name="connsiteX323" fmla="*/ 4025813 w 4193880"/>
                  <a:gd name="connsiteY323" fmla="*/ 1848484 h 4192991"/>
                  <a:gd name="connsiteX324" fmla="*/ 3695542 w 4193880"/>
                  <a:gd name="connsiteY324" fmla="*/ 1848484 h 4192991"/>
                  <a:gd name="connsiteX325" fmla="*/ 3689677 w 4193880"/>
                  <a:gd name="connsiteY325" fmla="*/ 1842619 h 4192991"/>
                  <a:gd name="connsiteX326" fmla="*/ 3689677 w 4193880"/>
                  <a:gd name="connsiteY326" fmla="*/ 1682409 h 4192991"/>
                  <a:gd name="connsiteX327" fmla="*/ 4022147 w 4193880"/>
                  <a:gd name="connsiteY327" fmla="*/ 1678744 h 4192991"/>
                  <a:gd name="connsiteX328" fmla="*/ 4023858 w 4193880"/>
                  <a:gd name="connsiteY328" fmla="*/ 1516091 h 4192991"/>
                  <a:gd name="connsiteX329" fmla="*/ 3525438 w 4193880"/>
                  <a:gd name="connsiteY329" fmla="*/ 1512425 h 4192991"/>
                  <a:gd name="connsiteX330" fmla="*/ 3525438 w 4193880"/>
                  <a:gd name="connsiteY330" fmla="*/ 2176723 h 4192991"/>
                  <a:gd name="connsiteX331" fmla="*/ 3689595 w 4193880"/>
                  <a:gd name="connsiteY331" fmla="*/ 2176723 h 4192991"/>
                  <a:gd name="connsiteX332" fmla="*/ 3689595 w 4193880"/>
                  <a:gd name="connsiteY332" fmla="*/ 2012603 h 4192991"/>
                  <a:gd name="connsiteX333" fmla="*/ 4025731 w 4193880"/>
                  <a:gd name="connsiteY333" fmla="*/ 2012603 h 4192991"/>
                  <a:gd name="connsiteX334" fmla="*/ 4021821 w 4193880"/>
                  <a:gd name="connsiteY334" fmla="*/ 1998920 h 4192991"/>
                  <a:gd name="connsiteX335" fmla="*/ 4021821 w 4193880"/>
                  <a:gd name="connsiteY335" fmla="*/ 1854348 h 4192991"/>
                  <a:gd name="connsiteX336" fmla="*/ 4025731 w 4193880"/>
                  <a:gd name="connsiteY336" fmla="*/ 1848484 h 4192991"/>
                  <a:gd name="connsiteX337" fmla="*/ 1840846 w 4193880"/>
                  <a:gd name="connsiteY337" fmla="*/ 1848484 h 4192991"/>
                  <a:gd name="connsiteX338" fmla="*/ 1684510 w 4193880"/>
                  <a:gd name="connsiteY338" fmla="*/ 1848484 h 4192991"/>
                  <a:gd name="connsiteX339" fmla="*/ 1684510 w 4193880"/>
                  <a:gd name="connsiteY339" fmla="*/ 2020422 h 4192991"/>
                  <a:gd name="connsiteX340" fmla="*/ 1522307 w 4193880"/>
                  <a:gd name="connsiteY340" fmla="*/ 2020422 h 4192991"/>
                  <a:gd name="connsiteX341" fmla="*/ 1512531 w 4193880"/>
                  <a:gd name="connsiteY341" fmla="*/ 2022458 h 4192991"/>
                  <a:gd name="connsiteX342" fmla="*/ 1512531 w 4193880"/>
                  <a:gd name="connsiteY342" fmla="*/ 2516772 h 4192991"/>
                  <a:gd name="connsiteX343" fmla="*/ 1340553 w 4193880"/>
                  <a:gd name="connsiteY343" fmla="*/ 2516772 h 4192991"/>
                  <a:gd name="connsiteX344" fmla="*/ 1346418 w 4193880"/>
                  <a:gd name="connsiteY344" fmla="*/ 2852830 h 4192991"/>
                  <a:gd name="connsiteX345" fmla="*/ 1512531 w 4193880"/>
                  <a:gd name="connsiteY345" fmla="*/ 2852830 h 4192991"/>
                  <a:gd name="connsiteX346" fmla="*/ 1512531 w 4193880"/>
                  <a:gd name="connsiteY346" fmla="*/ 3184979 h 4192991"/>
                  <a:gd name="connsiteX347" fmla="*/ 1676689 w 4193880"/>
                  <a:gd name="connsiteY347" fmla="*/ 3184979 h 4192991"/>
                  <a:gd name="connsiteX348" fmla="*/ 1676689 w 4193880"/>
                  <a:gd name="connsiteY348" fmla="*/ 2858695 h 4192991"/>
                  <a:gd name="connsiteX349" fmla="*/ 1682554 w 4193880"/>
                  <a:gd name="connsiteY349" fmla="*/ 2852830 h 4192991"/>
                  <a:gd name="connsiteX350" fmla="*/ 1848667 w 4193880"/>
                  <a:gd name="connsiteY350" fmla="*/ 2852830 h 4192991"/>
                  <a:gd name="connsiteX351" fmla="*/ 1848667 w 4193880"/>
                  <a:gd name="connsiteY351" fmla="*/ 3184979 h 4192991"/>
                  <a:gd name="connsiteX352" fmla="*/ 2012825 w 4193880"/>
                  <a:gd name="connsiteY352" fmla="*/ 3184979 h 4192991"/>
                  <a:gd name="connsiteX353" fmla="*/ 2012825 w 4193880"/>
                  <a:gd name="connsiteY353" fmla="*/ 2680892 h 4192991"/>
                  <a:gd name="connsiteX354" fmla="*/ 2171117 w 4193880"/>
                  <a:gd name="connsiteY354" fmla="*/ 2680892 h 4192991"/>
                  <a:gd name="connsiteX355" fmla="*/ 2172909 w 4193880"/>
                  <a:gd name="connsiteY355" fmla="*/ 2636176 h 4192991"/>
                  <a:gd name="connsiteX356" fmla="*/ 2176983 w 4193880"/>
                  <a:gd name="connsiteY356" fmla="*/ 2516772 h 4192991"/>
                  <a:gd name="connsiteX357" fmla="*/ 2018691 w 4193880"/>
                  <a:gd name="connsiteY357" fmla="*/ 2516772 h 4192991"/>
                  <a:gd name="connsiteX358" fmla="*/ 2012825 w 4193880"/>
                  <a:gd name="connsiteY358" fmla="*/ 2510908 h 4192991"/>
                  <a:gd name="connsiteX359" fmla="*/ 2012825 w 4193880"/>
                  <a:gd name="connsiteY359" fmla="*/ 2020504 h 4192991"/>
                  <a:gd name="connsiteX360" fmla="*/ 1846712 w 4193880"/>
                  <a:gd name="connsiteY360" fmla="*/ 2020504 h 4192991"/>
                  <a:gd name="connsiteX361" fmla="*/ 1840846 w 4193880"/>
                  <a:gd name="connsiteY361" fmla="*/ 2014639 h 4192991"/>
                  <a:gd name="connsiteX362" fmla="*/ 1840846 w 4193880"/>
                  <a:gd name="connsiteY362" fmla="*/ 1848565 h 4192991"/>
                  <a:gd name="connsiteX363" fmla="*/ 3013494 w 4193880"/>
                  <a:gd name="connsiteY363" fmla="*/ 1848484 h 4192991"/>
                  <a:gd name="connsiteX364" fmla="*/ 2857157 w 4193880"/>
                  <a:gd name="connsiteY364" fmla="*/ 1848484 h 4192991"/>
                  <a:gd name="connsiteX365" fmla="*/ 2857157 w 4193880"/>
                  <a:gd name="connsiteY365" fmla="*/ 2012603 h 4192991"/>
                  <a:gd name="connsiteX366" fmla="*/ 3013494 w 4193880"/>
                  <a:gd name="connsiteY366" fmla="*/ 2012603 h 4192991"/>
                  <a:gd name="connsiteX367" fmla="*/ 3013494 w 4193880"/>
                  <a:gd name="connsiteY367" fmla="*/ 1848484 h 4192991"/>
                  <a:gd name="connsiteX368" fmla="*/ 2690963 w 4193880"/>
                  <a:gd name="connsiteY368" fmla="*/ 2176723 h 4192991"/>
                  <a:gd name="connsiteX369" fmla="*/ 2847300 w 4193880"/>
                  <a:gd name="connsiteY369" fmla="*/ 2176723 h 4192991"/>
                  <a:gd name="connsiteX370" fmla="*/ 2849092 w 4193880"/>
                  <a:gd name="connsiteY370" fmla="*/ 2151474 h 4192991"/>
                  <a:gd name="connsiteX371" fmla="*/ 2849092 w 4193880"/>
                  <a:gd name="connsiteY371" fmla="*/ 2037690 h 4192991"/>
                  <a:gd name="connsiteX372" fmla="*/ 2853084 w 4193880"/>
                  <a:gd name="connsiteY372" fmla="*/ 2022214 h 4192991"/>
                  <a:gd name="connsiteX373" fmla="*/ 2843471 w 4193880"/>
                  <a:gd name="connsiteY373" fmla="*/ 2020341 h 4192991"/>
                  <a:gd name="connsiteX374" fmla="*/ 2694955 w 4193880"/>
                  <a:gd name="connsiteY374" fmla="*/ 2020341 h 4192991"/>
                  <a:gd name="connsiteX375" fmla="*/ 2691044 w 4193880"/>
                  <a:gd name="connsiteY375" fmla="*/ 2016920 h 4192991"/>
                  <a:gd name="connsiteX376" fmla="*/ 2689252 w 4193880"/>
                  <a:gd name="connsiteY376" fmla="*/ 2045590 h 4192991"/>
                  <a:gd name="connsiteX377" fmla="*/ 2689089 w 4193880"/>
                  <a:gd name="connsiteY377" fmla="*/ 2143736 h 4192991"/>
                  <a:gd name="connsiteX378" fmla="*/ 2691044 w 4193880"/>
                  <a:gd name="connsiteY378" fmla="*/ 2176641 h 4192991"/>
                  <a:gd name="connsiteX379" fmla="*/ 1336561 w 4193880"/>
                  <a:gd name="connsiteY379" fmla="*/ 2180632 h 4192991"/>
                  <a:gd name="connsiteX380" fmla="*/ 503960 w 4193880"/>
                  <a:gd name="connsiteY380" fmla="*/ 2180632 h 4192991"/>
                  <a:gd name="connsiteX381" fmla="*/ 503960 w 4193880"/>
                  <a:gd name="connsiteY381" fmla="*/ 2344752 h 4192991"/>
                  <a:gd name="connsiteX382" fmla="*/ 1336561 w 4193880"/>
                  <a:gd name="connsiteY382" fmla="*/ 2344752 h 4192991"/>
                  <a:gd name="connsiteX383" fmla="*/ 1336561 w 4193880"/>
                  <a:gd name="connsiteY383" fmla="*/ 2180632 h 4192991"/>
                  <a:gd name="connsiteX384" fmla="*/ 3185472 w 4193880"/>
                  <a:gd name="connsiteY384" fmla="*/ 2352571 h 4192991"/>
                  <a:gd name="connsiteX385" fmla="*/ 2857157 w 4193880"/>
                  <a:gd name="connsiteY385" fmla="*/ 2352571 h 4192991"/>
                  <a:gd name="connsiteX386" fmla="*/ 2857157 w 4193880"/>
                  <a:gd name="connsiteY386" fmla="*/ 2508871 h 4192991"/>
                  <a:gd name="connsiteX387" fmla="*/ 3015449 w 4193880"/>
                  <a:gd name="connsiteY387" fmla="*/ 2508871 h 4192991"/>
                  <a:gd name="connsiteX388" fmla="*/ 3021315 w 4193880"/>
                  <a:gd name="connsiteY388" fmla="*/ 2514736 h 4192991"/>
                  <a:gd name="connsiteX389" fmla="*/ 3021315 w 4193880"/>
                  <a:gd name="connsiteY389" fmla="*/ 2680810 h 4192991"/>
                  <a:gd name="connsiteX390" fmla="*/ 3185472 w 4193880"/>
                  <a:gd name="connsiteY390" fmla="*/ 2680810 h 4192991"/>
                  <a:gd name="connsiteX391" fmla="*/ 3185472 w 4193880"/>
                  <a:gd name="connsiteY391" fmla="*/ 2352571 h 4192991"/>
                  <a:gd name="connsiteX392" fmla="*/ 2681187 w 4193880"/>
                  <a:gd name="connsiteY392" fmla="*/ 3524947 h 4192991"/>
                  <a:gd name="connsiteX393" fmla="*/ 2513119 w 4193880"/>
                  <a:gd name="connsiteY393" fmla="*/ 3524947 h 4192991"/>
                  <a:gd name="connsiteX394" fmla="*/ 2517029 w 4193880"/>
                  <a:gd name="connsiteY394" fmla="*/ 3534721 h 4192991"/>
                  <a:gd name="connsiteX395" fmla="*/ 2517029 w 4193880"/>
                  <a:gd name="connsiteY395" fmla="*/ 3689067 h 4192991"/>
                  <a:gd name="connsiteX396" fmla="*/ 2681187 w 4193880"/>
                  <a:gd name="connsiteY396" fmla="*/ 3689067 h 4192991"/>
                  <a:gd name="connsiteX397" fmla="*/ 2681187 w 4193880"/>
                  <a:gd name="connsiteY397" fmla="*/ 3524947 h 4192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</a:cxnLst>
                <a:rect l="l" t="t" r="r" b="b"/>
                <a:pathLst>
                  <a:path w="4193880" h="4192991">
                    <a:moveTo>
                      <a:pt x="1848667" y="164201"/>
                    </a:moveTo>
                    <a:lnTo>
                      <a:pt x="2016735" y="164201"/>
                    </a:lnTo>
                    <a:cubicBezTo>
                      <a:pt x="2015432" y="168029"/>
                      <a:pt x="2020646" y="172672"/>
                      <a:pt x="2020646" y="173975"/>
                    </a:cubicBezTo>
                    <a:lnTo>
                      <a:pt x="2020646" y="490485"/>
                    </a:lnTo>
                    <a:cubicBezTo>
                      <a:pt x="2020646" y="492115"/>
                      <a:pt x="2013232" y="493336"/>
                      <a:pt x="2020646" y="498305"/>
                    </a:cubicBezTo>
                    <a:cubicBezTo>
                      <a:pt x="2023334" y="502703"/>
                      <a:pt x="2025127" y="496350"/>
                      <a:pt x="2026512" y="496350"/>
                    </a:cubicBezTo>
                    <a:lnTo>
                      <a:pt x="2176983" y="496350"/>
                    </a:lnTo>
                    <a:lnTo>
                      <a:pt x="2176983" y="81"/>
                    </a:lnTo>
                    <a:lnTo>
                      <a:pt x="2513119" y="81"/>
                    </a:lnTo>
                    <a:cubicBezTo>
                      <a:pt x="2511815" y="3910"/>
                      <a:pt x="2517029" y="8552"/>
                      <a:pt x="2517029" y="9855"/>
                    </a:cubicBezTo>
                    <a:lnTo>
                      <a:pt x="2517029" y="172020"/>
                    </a:lnTo>
                    <a:lnTo>
                      <a:pt x="2352872" y="172020"/>
                    </a:lnTo>
                    <a:lnTo>
                      <a:pt x="2352872" y="336140"/>
                    </a:lnTo>
                    <a:lnTo>
                      <a:pt x="2511164" y="336140"/>
                    </a:lnTo>
                    <a:cubicBezTo>
                      <a:pt x="2511571" y="336140"/>
                      <a:pt x="2517029" y="341597"/>
                      <a:pt x="2517029" y="342004"/>
                    </a:cubicBezTo>
                    <a:lnTo>
                      <a:pt x="2517029" y="504169"/>
                    </a:lnTo>
                    <a:lnTo>
                      <a:pt x="2180893" y="504169"/>
                    </a:lnTo>
                    <a:lnTo>
                      <a:pt x="2180893" y="676108"/>
                    </a:lnTo>
                    <a:lnTo>
                      <a:pt x="2016735" y="676108"/>
                    </a:lnTo>
                    <a:lnTo>
                      <a:pt x="2022601" y="840227"/>
                    </a:lnTo>
                    <a:lnTo>
                      <a:pt x="2180893" y="840227"/>
                    </a:lnTo>
                    <a:lnTo>
                      <a:pt x="2180893" y="998483"/>
                    </a:lnTo>
                    <a:cubicBezTo>
                      <a:pt x="2180893" y="998890"/>
                      <a:pt x="2186351" y="1004347"/>
                      <a:pt x="2186759" y="1004347"/>
                    </a:cubicBezTo>
                    <a:lnTo>
                      <a:pt x="2345051" y="1004347"/>
                    </a:lnTo>
                    <a:lnTo>
                      <a:pt x="2345051" y="674153"/>
                    </a:lnTo>
                    <a:cubicBezTo>
                      <a:pt x="2345051" y="673746"/>
                      <a:pt x="2350509" y="668289"/>
                      <a:pt x="2350916" y="668289"/>
                    </a:cubicBezTo>
                    <a:lnTo>
                      <a:pt x="2511164" y="668289"/>
                    </a:lnTo>
                    <a:cubicBezTo>
                      <a:pt x="2511571" y="668289"/>
                      <a:pt x="2517029" y="673746"/>
                      <a:pt x="2517029" y="674153"/>
                    </a:cubicBezTo>
                    <a:lnTo>
                      <a:pt x="2517029" y="840227"/>
                    </a:lnTo>
                    <a:lnTo>
                      <a:pt x="2681187" y="840227"/>
                    </a:lnTo>
                    <a:lnTo>
                      <a:pt x="2681187" y="668289"/>
                    </a:lnTo>
                    <a:lnTo>
                      <a:pt x="3013412" y="668289"/>
                    </a:lnTo>
                    <a:lnTo>
                      <a:pt x="3013412" y="504169"/>
                    </a:lnTo>
                    <a:lnTo>
                      <a:pt x="2855121" y="504169"/>
                    </a:lnTo>
                    <a:cubicBezTo>
                      <a:pt x="2854713" y="504169"/>
                      <a:pt x="2849255" y="498712"/>
                      <a:pt x="2849255" y="498305"/>
                    </a:cubicBezTo>
                    <a:lnTo>
                      <a:pt x="2849255" y="170065"/>
                    </a:lnTo>
                    <a:cubicBezTo>
                      <a:pt x="2849255" y="169658"/>
                      <a:pt x="2854713" y="164201"/>
                      <a:pt x="2855121" y="164201"/>
                    </a:cubicBezTo>
                    <a:lnTo>
                      <a:pt x="3185391" y="164201"/>
                    </a:lnTo>
                    <a:lnTo>
                      <a:pt x="3185391" y="81"/>
                    </a:lnTo>
                    <a:lnTo>
                      <a:pt x="4188015" y="81"/>
                    </a:lnTo>
                    <a:cubicBezTo>
                      <a:pt x="4188423" y="81"/>
                      <a:pt x="4193881" y="5539"/>
                      <a:pt x="4193881" y="5946"/>
                    </a:cubicBezTo>
                    <a:lnTo>
                      <a:pt x="4193881" y="172020"/>
                    </a:lnTo>
                    <a:lnTo>
                      <a:pt x="3867521" y="172020"/>
                    </a:lnTo>
                    <a:cubicBezTo>
                      <a:pt x="3866218" y="172020"/>
                      <a:pt x="3863692" y="164690"/>
                      <a:pt x="3857745" y="174056"/>
                    </a:cubicBezTo>
                    <a:lnTo>
                      <a:pt x="3857745" y="336140"/>
                    </a:lnTo>
                    <a:cubicBezTo>
                      <a:pt x="3857745" y="336140"/>
                      <a:pt x="4029724" y="336140"/>
                      <a:pt x="4029724" y="336140"/>
                    </a:cubicBezTo>
                    <a:lnTo>
                      <a:pt x="4029724" y="496350"/>
                    </a:lnTo>
                    <a:lnTo>
                      <a:pt x="4188015" y="496350"/>
                    </a:lnTo>
                    <a:cubicBezTo>
                      <a:pt x="4188423" y="496350"/>
                      <a:pt x="4193881" y="501807"/>
                      <a:pt x="4193881" y="502214"/>
                    </a:cubicBezTo>
                    <a:lnTo>
                      <a:pt x="4193881" y="848046"/>
                    </a:lnTo>
                    <a:cubicBezTo>
                      <a:pt x="4170500" y="844544"/>
                      <a:pt x="4033634" y="854236"/>
                      <a:pt x="4025569" y="842671"/>
                    </a:cubicBezTo>
                    <a:cubicBezTo>
                      <a:pt x="4014896" y="827358"/>
                      <a:pt x="4023613" y="702986"/>
                      <a:pt x="4025813" y="676108"/>
                    </a:cubicBezTo>
                    <a:lnTo>
                      <a:pt x="3693587" y="676108"/>
                    </a:lnTo>
                    <a:cubicBezTo>
                      <a:pt x="3692528" y="678958"/>
                      <a:pt x="3697498" y="680750"/>
                      <a:pt x="3697498" y="681972"/>
                    </a:cubicBezTo>
                    <a:lnTo>
                      <a:pt x="3697498" y="848046"/>
                    </a:lnTo>
                    <a:lnTo>
                      <a:pt x="3525519" y="844137"/>
                    </a:lnTo>
                    <a:lnTo>
                      <a:pt x="3525519" y="1336496"/>
                    </a:lnTo>
                    <a:lnTo>
                      <a:pt x="3689677" y="1336496"/>
                    </a:lnTo>
                    <a:lnTo>
                      <a:pt x="3689677" y="1004347"/>
                    </a:lnTo>
                    <a:lnTo>
                      <a:pt x="4193881" y="1004347"/>
                    </a:lnTo>
                    <a:lnTo>
                      <a:pt x="4193881" y="1684283"/>
                    </a:lnTo>
                    <a:lnTo>
                      <a:pt x="4029724" y="1684283"/>
                    </a:lnTo>
                    <a:lnTo>
                      <a:pt x="4029724" y="1840583"/>
                    </a:lnTo>
                    <a:lnTo>
                      <a:pt x="4188015" y="1840583"/>
                    </a:lnTo>
                    <a:cubicBezTo>
                      <a:pt x="4188423" y="1840583"/>
                      <a:pt x="4193881" y="1846040"/>
                      <a:pt x="4193881" y="1846447"/>
                    </a:cubicBezTo>
                    <a:lnTo>
                      <a:pt x="4193881" y="2180551"/>
                    </a:lnTo>
                    <a:lnTo>
                      <a:pt x="3857745" y="2180551"/>
                    </a:lnTo>
                    <a:lnTo>
                      <a:pt x="3861655" y="2352490"/>
                    </a:lnTo>
                    <a:lnTo>
                      <a:pt x="3523564" y="2352490"/>
                    </a:lnTo>
                    <a:cubicBezTo>
                      <a:pt x="3523157" y="2352490"/>
                      <a:pt x="3517698" y="2347032"/>
                      <a:pt x="3517698" y="2346625"/>
                    </a:cubicBezTo>
                    <a:lnTo>
                      <a:pt x="3517698" y="2180551"/>
                    </a:lnTo>
                    <a:lnTo>
                      <a:pt x="3195249" y="2180551"/>
                    </a:lnTo>
                    <a:cubicBezTo>
                      <a:pt x="3186532" y="2180551"/>
                      <a:pt x="3193294" y="2189673"/>
                      <a:pt x="3193294" y="2190325"/>
                    </a:cubicBezTo>
                    <a:lnTo>
                      <a:pt x="3193294" y="2338806"/>
                    </a:lnTo>
                    <a:cubicBezTo>
                      <a:pt x="3193294" y="2340028"/>
                      <a:pt x="3188324" y="2341820"/>
                      <a:pt x="3189383" y="2344671"/>
                    </a:cubicBezTo>
                    <a:lnTo>
                      <a:pt x="3347675" y="2344671"/>
                    </a:lnTo>
                    <a:cubicBezTo>
                      <a:pt x="3348082" y="2344671"/>
                      <a:pt x="3353541" y="2350128"/>
                      <a:pt x="3353541" y="2350535"/>
                    </a:cubicBezTo>
                    <a:lnTo>
                      <a:pt x="3353541" y="2688548"/>
                    </a:lnTo>
                    <a:lnTo>
                      <a:pt x="3191420" y="2684557"/>
                    </a:lnTo>
                    <a:cubicBezTo>
                      <a:pt x="3185472" y="2686430"/>
                      <a:pt x="3193294" y="2693272"/>
                      <a:pt x="3193294" y="2694412"/>
                    </a:cubicBezTo>
                    <a:lnTo>
                      <a:pt x="3193294" y="2856577"/>
                    </a:lnTo>
                    <a:lnTo>
                      <a:pt x="3013494" y="2856577"/>
                    </a:lnTo>
                    <a:lnTo>
                      <a:pt x="3013494" y="2684638"/>
                    </a:lnTo>
                    <a:lnTo>
                      <a:pt x="2681268" y="2684638"/>
                    </a:lnTo>
                    <a:lnTo>
                      <a:pt x="2681268" y="2180551"/>
                    </a:lnTo>
                    <a:lnTo>
                      <a:pt x="2519066" y="2180551"/>
                    </a:lnTo>
                    <a:cubicBezTo>
                      <a:pt x="2510349" y="2180551"/>
                      <a:pt x="2517111" y="2189673"/>
                      <a:pt x="2517111" y="2190325"/>
                    </a:cubicBezTo>
                    <a:lnTo>
                      <a:pt x="2517111" y="2352490"/>
                    </a:lnTo>
                    <a:lnTo>
                      <a:pt x="2352953" y="2352490"/>
                    </a:lnTo>
                    <a:lnTo>
                      <a:pt x="2352953" y="2680729"/>
                    </a:lnTo>
                    <a:lnTo>
                      <a:pt x="2511245" y="2680729"/>
                    </a:lnTo>
                    <a:cubicBezTo>
                      <a:pt x="2511652" y="2680729"/>
                      <a:pt x="2517111" y="2686186"/>
                      <a:pt x="2517111" y="2686593"/>
                    </a:cubicBezTo>
                    <a:lnTo>
                      <a:pt x="2517111" y="2856577"/>
                    </a:lnTo>
                    <a:lnTo>
                      <a:pt x="2350998" y="2856577"/>
                    </a:lnTo>
                    <a:cubicBezTo>
                      <a:pt x="2350591" y="2856577"/>
                      <a:pt x="2345132" y="2851120"/>
                      <a:pt x="2345132" y="2850713"/>
                    </a:cubicBezTo>
                    <a:lnTo>
                      <a:pt x="2345132" y="2684638"/>
                    </a:lnTo>
                    <a:lnTo>
                      <a:pt x="2180975" y="2684638"/>
                    </a:lnTo>
                    <a:lnTo>
                      <a:pt x="2180975" y="3352846"/>
                    </a:lnTo>
                    <a:lnTo>
                      <a:pt x="2022683" y="3352846"/>
                    </a:lnTo>
                    <a:cubicBezTo>
                      <a:pt x="2013966" y="3352846"/>
                      <a:pt x="2020727" y="3361968"/>
                      <a:pt x="2020727" y="3362619"/>
                    </a:cubicBezTo>
                    <a:lnTo>
                      <a:pt x="2020727" y="3511101"/>
                    </a:lnTo>
                    <a:cubicBezTo>
                      <a:pt x="2020727" y="3512485"/>
                      <a:pt x="2014373" y="3514277"/>
                      <a:pt x="2018772" y="3516965"/>
                    </a:cubicBezTo>
                    <a:cubicBezTo>
                      <a:pt x="2023742" y="3524377"/>
                      <a:pt x="2025045" y="3516965"/>
                      <a:pt x="2026593" y="3516965"/>
                    </a:cubicBezTo>
                    <a:lnTo>
                      <a:pt x="2339266" y="3516965"/>
                    </a:lnTo>
                    <a:cubicBezTo>
                      <a:pt x="2340488" y="3516965"/>
                      <a:pt x="2342281" y="3521933"/>
                      <a:pt x="2345132" y="3520874"/>
                    </a:cubicBezTo>
                    <a:lnTo>
                      <a:pt x="2345132" y="3348936"/>
                    </a:lnTo>
                    <a:lnTo>
                      <a:pt x="2857157" y="3348936"/>
                    </a:lnTo>
                    <a:lnTo>
                      <a:pt x="2857157" y="3860842"/>
                    </a:lnTo>
                    <a:lnTo>
                      <a:pt x="2509290" y="3856933"/>
                    </a:lnTo>
                    <a:lnTo>
                      <a:pt x="2509290" y="3696723"/>
                    </a:lnTo>
                    <a:lnTo>
                      <a:pt x="2352953" y="3696723"/>
                    </a:lnTo>
                    <a:lnTo>
                      <a:pt x="2352953" y="4192991"/>
                    </a:lnTo>
                    <a:lnTo>
                      <a:pt x="2177064" y="4192991"/>
                    </a:lnTo>
                    <a:lnTo>
                      <a:pt x="2175190" y="3860761"/>
                    </a:lnTo>
                    <a:lnTo>
                      <a:pt x="2012906" y="3856851"/>
                    </a:lnTo>
                    <a:lnTo>
                      <a:pt x="2012906" y="3696641"/>
                    </a:lnTo>
                    <a:lnTo>
                      <a:pt x="1848749" y="3696641"/>
                    </a:lnTo>
                    <a:lnTo>
                      <a:pt x="1848749" y="4192910"/>
                    </a:lnTo>
                    <a:lnTo>
                      <a:pt x="1336724" y="4192910"/>
                    </a:lnTo>
                    <a:lnTo>
                      <a:pt x="1336724" y="3852942"/>
                    </a:lnTo>
                    <a:lnTo>
                      <a:pt x="1512613" y="3852942"/>
                    </a:lnTo>
                    <a:lnTo>
                      <a:pt x="1512613" y="4024880"/>
                    </a:lnTo>
                    <a:lnTo>
                      <a:pt x="1674815" y="4024880"/>
                    </a:lnTo>
                    <a:cubicBezTo>
                      <a:pt x="1683777" y="4024880"/>
                      <a:pt x="1676689" y="4005170"/>
                      <a:pt x="1676607" y="3999632"/>
                    </a:cubicBezTo>
                    <a:cubicBezTo>
                      <a:pt x="1674734" y="3915006"/>
                      <a:pt x="1667239" y="3782326"/>
                      <a:pt x="1676607" y="3702261"/>
                    </a:cubicBezTo>
                    <a:cubicBezTo>
                      <a:pt x="1677096" y="3698352"/>
                      <a:pt x="1678400" y="3688822"/>
                      <a:pt x="1682636" y="3688822"/>
                    </a:cubicBezTo>
                    <a:lnTo>
                      <a:pt x="1840928" y="3688822"/>
                    </a:lnTo>
                    <a:lnTo>
                      <a:pt x="1840928" y="3188644"/>
                    </a:lnTo>
                    <a:cubicBezTo>
                      <a:pt x="1838077" y="3187586"/>
                      <a:pt x="1836284" y="3192554"/>
                      <a:pt x="1835062" y="3192554"/>
                    </a:cubicBezTo>
                    <a:lnTo>
                      <a:pt x="1684591" y="3192554"/>
                    </a:lnTo>
                    <a:lnTo>
                      <a:pt x="1684591" y="3524703"/>
                    </a:lnTo>
                    <a:lnTo>
                      <a:pt x="1512613" y="3524703"/>
                    </a:lnTo>
                    <a:lnTo>
                      <a:pt x="1512613" y="3696641"/>
                    </a:lnTo>
                    <a:lnTo>
                      <a:pt x="1342589" y="3696641"/>
                    </a:lnTo>
                    <a:cubicBezTo>
                      <a:pt x="1342182" y="3696641"/>
                      <a:pt x="1336724" y="3691184"/>
                      <a:pt x="1336724" y="3690777"/>
                    </a:cubicBezTo>
                    <a:lnTo>
                      <a:pt x="1336724" y="3522748"/>
                    </a:lnTo>
                    <a:cubicBezTo>
                      <a:pt x="1336724" y="3522341"/>
                      <a:pt x="1342182" y="3516884"/>
                      <a:pt x="1342589" y="3516884"/>
                    </a:cubicBezTo>
                    <a:lnTo>
                      <a:pt x="1508702" y="3516884"/>
                    </a:lnTo>
                    <a:lnTo>
                      <a:pt x="1508702" y="3194509"/>
                    </a:lnTo>
                    <a:cubicBezTo>
                      <a:pt x="1508702" y="3185794"/>
                      <a:pt x="1499578" y="3192554"/>
                      <a:pt x="1498926" y="3192554"/>
                    </a:cubicBezTo>
                    <a:lnTo>
                      <a:pt x="1342589" y="3192554"/>
                    </a:lnTo>
                    <a:cubicBezTo>
                      <a:pt x="1342182" y="3192554"/>
                      <a:pt x="1336724" y="3187097"/>
                      <a:pt x="1336724" y="3186689"/>
                    </a:cubicBezTo>
                    <a:lnTo>
                      <a:pt x="1336724" y="2856496"/>
                    </a:lnTo>
                    <a:lnTo>
                      <a:pt x="840340" y="2856496"/>
                    </a:lnTo>
                    <a:lnTo>
                      <a:pt x="840340" y="2680647"/>
                    </a:lnTo>
                    <a:lnTo>
                      <a:pt x="1172566" y="2680647"/>
                    </a:lnTo>
                    <a:lnTo>
                      <a:pt x="1172566" y="2516528"/>
                    </a:lnTo>
                    <a:lnTo>
                      <a:pt x="504204" y="2516528"/>
                    </a:lnTo>
                    <a:lnTo>
                      <a:pt x="504204" y="2680647"/>
                    </a:lnTo>
                    <a:lnTo>
                      <a:pt x="670317" y="2680647"/>
                    </a:lnTo>
                    <a:cubicBezTo>
                      <a:pt x="670724" y="2680647"/>
                      <a:pt x="676183" y="2686104"/>
                      <a:pt x="676183" y="2686512"/>
                    </a:cubicBezTo>
                    <a:lnTo>
                      <a:pt x="676183" y="2856496"/>
                    </a:lnTo>
                    <a:lnTo>
                      <a:pt x="336136" y="2856496"/>
                    </a:lnTo>
                    <a:lnTo>
                      <a:pt x="336136" y="2516528"/>
                    </a:lnTo>
                    <a:lnTo>
                      <a:pt x="168068" y="2516528"/>
                    </a:lnTo>
                    <a:lnTo>
                      <a:pt x="171979" y="2856496"/>
                    </a:lnTo>
                    <a:lnTo>
                      <a:pt x="0" y="2856496"/>
                    </a:lnTo>
                    <a:lnTo>
                      <a:pt x="0" y="2508709"/>
                    </a:lnTo>
                    <a:lnTo>
                      <a:pt x="164158" y="2508709"/>
                    </a:lnTo>
                    <a:lnTo>
                      <a:pt x="164158" y="2352408"/>
                    </a:lnTo>
                    <a:lnTo>
                      <a:pt x="5866" y="2352408"/>
                    </a:lnTo>
                    <a:cubicBezTo>
                      <a:pt x="5458" y="2352408"/>
                      <a:pt x="0" y="2346951"/>
                      <a:pt x="0" y="2346544"/>
                    </a:cubicBezTo>
                    <a:lnTo>
                      <a:pt x="0" y="2176560"/>
                    </a:lnTo>
                    <a:lnTo>
                      <a:pt x="496383" y="2176560"/>
                    </a:lnTo>
                    <a:lnTo>
                      <a:pt x="496383" y="2020259"/>
                    </a:lnTo>
                    <a:lnTo>
                      <a:pt x="342002" y="2020259"/>
                    </a:lnTo>
                    <a:cubicBezTo>
                      <a:pt x="341595" y="2020259"/>
                      <a:pt x="336136" y="2014802"/>
                      <a:pt x="336136" y="2014395"/>
                    </a:cubicBezTo>
                    <a:lnTo>
                      <a:pt x="336136" y="1848321"/>
                    </a:lnTo>
                    <a:lnTo>
                      <a:pt x="164158" y="1848321"/>
                    </a:lnTo>
                    <a:lnTo>
                      <a:pt x="164158" y="1684201"/>
                    </a:lnTo>
                    <a:lnTo>
                      <a:pt x="0" y="1684201"/>
                    </a:lnTo>
                    <a:lnTo>
                      <a:pt x="0" y="1508353"/>
                    </a:lnTo>
                    <a:lnTo>
                      <a:pt x="166113" y="1508353"/>
                    </a:lnTo>
                    <a:cubicBezTo>
                      <a:pt x="166520" y="1508353"/>
                      <a:pt x="171979" y="1513810"/>
                      <a:pt x="171979" y="1514217"/>
                    </a:cubicBezTo>
                    <a:lnTo>
                      <a:pt x="171979" y="1670518"/>
                    </a:lnTo>
                    <a:cubicBezTo>
                      <a:pt x="171979" y="1671495"/>
                      <a:pt x="168475" y="1672798"/>
                      <a:pt x="168394" y="1674427"/>
                    </a:cubicBezTo>
                    <a:lnTo>
                      <a:pt x="171979" y="1678418"/>
                    </a:lnTo>
                    <a:cubicBezTo>
                      <a:pt x="176704" y="1677034"/>
                      <a:pt x="182814" y="1680292"/>
                      <a:pt x="185665" y="1680292"/>
                    </a:cubicBezTo>
                    <a:lnTo>
                      <a:pt x="340047" y="1680292"/>
                    </a:lnTo>
                    <a:lnTo>
                      <a:pt x="340047" y="1840502"/>
                    </a:lnTo>
                    <a:lnTo>
                      <a:pt x="670317" y="1840502"/>
                    </a:lnTo>
                    <a:cubicBezTo>
                      <a:pt x="670724" y="1840502"/>
                      <a:pt x="676183" y="1845959"/>
                      <a:pt x="676183" y="1846366"/>
                    </a:cubicBezTo>
                    <a:lnTo>
                      <a:pt x="676183" y="2012440"/>
                    </a:lnTo>
                    <a:lnTo>
                      <a:pt x="1172566" y="2012440"/>
                    </a:lnTo>
                    <a:lnTo>
                      <a:pt x="1172566" y="1848321"/>
                    </a:lnTo>
                    <a:lnTo>
                      <a:pt x="1006453" y="1848321"/>
                    </a:lnTo>
                    <a:cubicBezTo>
                      <a:pt x="1006046" y="1848321"/>
                      <a:pt x="1000588" y="1842864"/>
                      <a:pt x="1000588" y="1842456"/>
                    </a:cubicBezTo>
                    <a:lnTo>
                      <a:pt x="1000588" y="1686156"/>
                    </a:lnTo>
                    <a:cubicBezTo>
                      <a:pt x="1000588" y="1685749"/>
                      <a:pt x="1006046" y="1680292"/>
                      <a:pt x="1006453" y="1680292"/>
                    </a:cubicBezTo>
                    <a:lnTo>
                      <a:pt x="1172566" y="1680292"/>
                    </a:lnTo>
                    <a:lnTo>
                      <a:pt x="1172566" y="1512262"/>
                    </a:lnTo>
                    <a:lnTo>
                      <a:pt x="1006453" y="1512262"/>
                    </a:lnTo>
                    <a:cubicBezTo>
                      <a:pt x="1006046" y="1512262"/>
                      <a:pt x="1000588" y="1506805"/>
                      <a:pt x="1000588" y="1506398"/>
                    </a:cubicBezTo>
                    <a:lnTo>
                      <a:pt x="1000588" y="1342279"/>
                    </a:lnTo>
                    <a:cubicBezTo>
                      <a:pt x="1000588" y="1341871"/>
                      <a:pt x="1006046" y="1336414"/>
                      <a:pt x="1006453" y="1336414"/>
                    </a:cubicBezTo>
                    <a:lnTo>
                      <a:pt x="1174521" y="1336414"/>
                    </a:lnTo>
                    <a:cubicBezTo>
                      <a:pt x="1174929" y="1336414"/>
                      <a:pt x="1180387" y="1341871"/>
                      <a:pt x="1180387" y="1342279"/>
                    </a:cubicBezTo>
                    <a:lnTo>
                      <a:pt x="1180387" y="1508353"/>
                    </a:lnTo>
                    <a:lnTo>
                      <a:pt x="1336724" y="1508353"/>
                    </a:lnTo>
                    <a:lnTo>
                      <a:pt x="1336724" y="840146"/>
                    </a:lnTo>
                    <a:lnTo>
                      <a:pt x="1508702" y="840146"/>
                    </a:lnTo>
                    <a:lnTo>
                      <a:pt x="1508702" y="676026"/>
                    </a:lnTo>
                    <a:lnTo>
                      <a:pt x="1342589" y="676026"/>
                    </a:lnTo>
                    <a:cubicBezTo>
                      <a:pt x="1342182" y="676026"/>
                      <a:pt x="1336724" y="670569"/>
                      <a:pt x="1336724" y="670162"/>
                    </a:cubicBezTo>
                    <a:lnTo>
                      <a:pt x="1336724" y="336058"/>
                    </a:lnTo>
                    <a:lnTo>
                      <a:pt x="1840928" y="336058"/>
                    </a:lnTo>
                    <a:lnTo>
                      <a:pt x="1840928" y="168029"/>
                    </a:lnTo>
                    <a:cubicBezTo>
                      <a:pt x="1838077" y="166970"/>
                      <a:pt x="1836284" y="171939"/>
                      <a:pt x="1835062" y="171939"/>
                    </a:cubicBezTo>
                    <a:lnTo>
                      <a:pt x="1682636" y="171939"/>
                    </a:lnTo>
                    <a:cubicBezTo>
                      <a:pt x="1682229" y="171939"/>
                      <a:pt x="1676770" y="166482"/>
                      <a:pt x="1676770" y="166074"/>
                    </a:cubicBezTo>
                    <a:lnTo>
                      <a:pt x="1676770" y="5864"/>
                    </a:lnTo>
                    <a:cubicBezTo>
                      <a:pt x="1676770" y="5457"/>
                      <a:pt x="1682229" y="0"/>
                      <a:pt x="1682636" y="0"/>
                    </a:cubicBezTo>
                    <a:lnTo>
                      <a:pt x="1842883" y="0"/>
                    </a:lnTo>
                    <a:cubicBezTo>
                      <a:pt x="1843290" y="0"/>
                      <a:pt x="1848749" y="5457"/>
                      <a:pt x="1848749" y="5864"/>
                    </a:cubicBezTo>
                    <a:lnTo>
                      <a:pt x="1848749" y="164120"/>
                    </a:lnTo>
                    <a:close/>
                    <a:moveTo>
                      <a:pt x="3689677" y="172020"/>
                    </a:moveTo>
                    <a:lnTo>
                      <a:pt x="3535295" y="172020"/>
                    </a:lnTo>
                    <a:cubicBezTo>
                      <a:pt x="3534644" y="172020"/>
                      <a:pt x="3525519" y="165260"/>
                      <a:pt x="3525519" y="173975"/>
                    </a:cubicBezTo>
                    <a:lnTo>
                      <a:pt x="3525519" y="496350"/>
                    </a:lnTo>
                    <a:lnTo>
                      <a:pt x="3683811" y="496350"/>
                    </a:lnTo>
                    <a:cubicBezTo>
                      <a:pt x="3685033" y="496350"/>
                      <a:pt x="3686825" y="501318"/>
                      <a:pt x="3689677" y="500259"/>
                    </a:cubicBezTo>
                    <a:lnTo>
                      <a:pt x="3689677" y="172020"/>
                    </a:lnTo>
                    <a:close/>
                    <a:moveTo>
                      <a:pt x="3349630" y="172020"/>
                    </a:moveTo>
                    <a:lnTo>
                      <a:pt x="3189383" y="172020"/>
                    </a:lnTo>
                    <a:cubicBezTo>
                      <a:pt x="3188324" y="174871"/>
                      <a:pt x="3193294" y="176663"/>
                      <a:pt x="3193294" y="177885"/>
                    </a:cubicBezTo>
                    <a:lnTo>
                      <a:pt x="3193294" y="662424"/>
                    </a:lnTo>
                    <a:cubicBezTo>
                      <a:pt x="3193294" y="663646"/>
                      <a:pt x="3188324" y="665438"/>
                      <a:pt x="3189383" y="668289"/>
                    </a:cubicBezTo>
                    <a:lnTo>
                      <a:pt x="3349630" y="668289"/>
                    </a:lnTo>
                    <a:lnTo>
                      <a:pt x="3349630" y="172020"/>
                    </a:lnTo>
                    <a:close/>
                    <a:moveTo>
                      <a:pt x="1840846" y="504169"/>
                    </a:moveTo>
                    <a:lnTo>
                      <a:pt x="1512531" y="504169"/>
                    </a:lnTo>
                    <a:lnTo>
                      <a:pt x="1512531" y="668289"/>
                    </a:lnTo>
                    <a:lnTo>
                      <a:pt x="1840846" y="668289"/>
                    </a:lnTo>
                    <a:lnTo>
                      <a:pt x="1840846" y="504169"/>
                    </a:lnTo>
                    <a:close/>
                    <a:moveTo>
                      <a:pt x="1676689" y="848046"/>
                    </a:moveTo>
                    <a:lnTo>
                      <a:pt x="1522307" y="848046"/>
                    </a:lnTo>
                    <a:cubicBezTo>
                      <a:pt x="1521248" y="848046"/>
                      <a:pt x="1514486" y="840146"/>
                      <a:pt x="1512450" y="846173"/>
                    </a:cubicBezTo>
                    <a:lnTo>
                      <a:pt x="1512450" y="1172457"/>
                    </a:lnTo>
                    <a:lnTo>
                      <a:pt x="1678644" y="1172457"/>
                    </a:lnTo>
                    <a:cubicBezTo>
                      <a:pt x="1679051" y="1172457"/>
                      <a:pt x="1684510" y="1177915"/>
                      <a:pt x="1684510" y="1178322"/>
                    </a:cubicBezTo>
                    <a:lnTo>
                      <a:pt x="1684510" y="1336577"/>
                    </a:lnTo>
                    <a:lnTo>
                      <a:pt x="1842802" y="1336577"/>
                    </a:lnTo>
                    <a:cubicBezTo>
                      <a:pt x="1843209" y="1336577"/>
                      <a:pt x="1848667" y="1342034"/>
                      <a:pt x="1848667" y="1342441"/>
                    </a:cubicBezTo>
                    <a:lnTo>
                      <a:pt x="1848667" y="1508516"/>
                    </a:lnTo>
                    <a:lnTo>
                      <a:pt x="2014780" y="1508516"/>
                    </a:lnTo>
                    <a:cubicBezTo>
                      <a:pt x="2015187" y="1508516"/>
                      <a:pt x="2020646" y="1513973"/>
                      <a:pt x="2020646" y="1514380"/>
                    </a:cubicBezTo>
                    <a:lnTo>
                      <a:pt x="2020646" y="1834800"/>
                    </a:lnTo>
                    <a:cubicBezTo>
                      <a:pt x="2020646" y="1836022"/>
                      <a:pt x="2015676" y="1837814"/>
                      <a:pt x="2016735" y="1840665"/>
                    </a:cubicBezTo>
                    <a:lnTo>
                      <a:pt x="2176983" y="1840665"/>
                    </a:lnTo>
                    <a:cubicBezTo>
                      <a:pt x="2175027" y="1796030"/>
                      <a:pt x="2167532" y="1737957"/>
                      <a:pt x="2172909" y="1693975"/>
                    </a:cubicBezTo>
                    <a:cubicBezTo>
                      <a:pt x="2174702" y="1678988"/>
                      <a:pt x="2176250" y="1680454"/>
                      <a:pt x="2186759" y="1680454"/>
                    </a:cubicBezTo>
                    <a:lnTo>
                      <a:pt x="2345051" y="1680454"/>
                    </a:lnTo>
                    <a:lnTo>
                      <a:pt x="2345051" y="1512425"/>
                    </a:lnTo>
                    <a:cubicBezTo>
                      <a:pt x="2341303" y="1515602"/>
                      <a:pt x="2337637" y="1512425"/>
                      <a:pt x="2335275" y="1512425"/>
                    </a:cubicBezTo>
                    <a:lnTo>
                      <a:pt x="2178938" y="1512425"/>
                    </a:lnTo>
                    <a:cubicBezTo>
                      <a:pt x="2178531" y="1512425"/>
                      <a:pt x="2173072" y="1506968"/>
                      <a:pt x="2173072" y="1506561"/>
                    </a:cubicBezTo>
                    <a:lnTo>
                      <a:pt x="2173072" y="1342441"/>
                    </a:lnTo>
                    <a:cubicBezTo>
                      <a:pt x="2173072" y="1342034"/>
                      <a:pt x="2178531" y="1336577"/>
                      <a:pt x="2178938" y="1336577"/>
                    </a:cubicBezTo>
                    <a:lnTo>
                      <a:pt x="2509208" y="1336577"/>
                    </a:lnTo>
                    <a:lnTo>
                      <a:pt x="2509208" y="1180276"/>
                    </a:lnTo>
                    <a:lnTo>
                      <a:pt x="2176983" y="1180276"/>
                    </a:lnTo>
                    <a:lnTo>
                      <a:pt x="2176983" y="1008338"/>
                    </a:lnTo>
                    <a:lnTo>
                      <a:pt x="2012825" y="1008338"/>
                    </a:lnTo>
                    <a:lnTo>
                      <a:pt x="2012825" y="844218"/>
                    </a:lnTo>
                    <a:lnTo>
                      <a:pt x="1850704" y="844218"/>
                    </a:lnTo>
                    <a:cubicBezTo>
                      <a:pt x="1841335" y="850164"/>
                      <a:pt x="1848667" y="852689"/>
                      <a:pt x="1848667" y="853992"/>
                    </a:cubicBezTo>
                    <a:lnTo>
                      <a:pt x="1848667" y="1008338"/>
                    </a:lnTo>
                    <a:lnTo>
                      <a:pt x="1682554" y="1008338"/>
                    </a:lnTo>
                    <a:cubicBezTo>
                      <a:pt x="1682147" y="1008338"/>
                      <a:pt x="1676689" y="1002881"/>
                      <a:pt x="1676689" y="1002474"/>
                    </a:cubicBezTo>
                    <a:lnTo>
                      <a:pt x="1676689" y="848128"/>
                    </a:lnTo>
                    <a:close/>
                    <a:moveTo>
                      <a:pt x="3349630" y="848046"/>
                    </a:moveTo>
                    <a:lnTo>
                      <a:pt x="2866934" y="848046"/>
                    </a:lnTo>
                    <a:cubicBezTo>
                      <a:pt x="2866282" y="848046"/>
                      <a:pt x="2857157" y="841286"/>
                      <a:pt x="2857157" y="850001"/>
                    </a:cubicBezTo>
                    <a:lnTo>
                      <a:pt x="2857157" y="1336496"/>
                    </a:lnTo>
                    <a:lnTo>
                      <a:pt x="3349630" y="1336496"/>
                    </a:lnTo>
                    <a:lnTo>
                      <a:pt x="3349630" y="848046"/>
                    </a:lnTo>
                    <a:close/>
                    <a:moveTo>
                      <a:pt x="2681187" y="1008256"/>
                    </a:moveTo>
                    <a:lnTo>
                      <a:pt x="2518984" y="1008256"/>
                    </a:lnTo>
                    <a:cubicBezTo>
                      <a:pt x="2510268" y="1008256"/>
                      <a:pt x="2517029" y="1017379"/>
                      <a:pt x="2517029" y="1018030"/>
                    </a:cubicBezTo>
                    <a:lnTo>
                      <a:pt x="2517029" y="1172376"/>
                    </a:lnTo>
                    <a:lnTo>
                      <a:pt x="2681187" y="1172376"/>
                    </a:lnTo>
                    <a:lnTo>
                      <a:pt x="2681187" y="1008256"/>
                    </a:lnTo>
                    <a:close/>
                    <a:moveTo>
                      <a:pt x="4025813" y="1180195"/>
                    </a:moveTo>
                    <a:lnTo>
                      <a:pt x="3857745" y="1180195"/>
                    </a:lnTo>
                    <a:cubicBezTo>
                      <a:pt x="3856278" y="1184430"/>
                      <a:pt x="3861655" y="1188747"/>
                      <a:pt x="3861655" y="1189969"/>
                    </a:cubicBezTo>
                    <a:lnTo>
                      <a:pt x="3861655" y="1330631"/>
                    </a:lnTo>
                    <a:cubicBezTo>
                      <a:pt x="3861655" y="1331853"/>
                      <a:pt x="3856685" y="1333645"/>
                      <a:pt x="3857745" y="1336496"/>
                    </a:cubicBezTo>
                    <a:lnTo>
                      <a:pt x="4025813" y="1336496"/>
                    </a:lnTo>
                    <a:cubicBezTo>
                      <a:pt x="4018725" y="1285916"/>
                      <a:pt x="4020436" y="1230856"/>
                      <a:pt x="4025813" y="1180195"/>
                    </a:cubicBezTo>
                    <a:close/>
                    <a:moveTo>
                      <a:pt x="1676689" y="1344396"/>
                    </a:moveTo>
                    <a:lnTo>
                      <a:pt x="1512531" y="1344396"/>
                    </a:lnTo>
                    <a:lnTo>
                      <a:pt x="1512531" y="1516335"/>
                    </a:lnTo>
                    <a:cubicBezTo>
                      <a:pt x="1512531" y="1516335"/>
                      <a:pt x="1342589" y="1512344"/>
                      <a:pt x="1342589" y="1512344"/>
                    </a:cubicBezTo>
                    <a:cubicBezTo>
                      <a:pt x="1336642" y="1514299"/>
                      <a:pt x="1344463" y="1521140"/>
                      <a:pt x="1344463" y="1522199"/>
                    </a:cubicBezTo>
                    <a:lnTo>
                      <a:pt x="1344463" y="1684364"/>
                    </a:lnTo>
                    <a:lnTo>
                      <a:pt x="1180306" y="1684364"/>
                    </a:lnTo>
                    <a:lnTo>
                      <a:pt x="1180306" y="1840665"/>
                    </a:lnTo>
                    <a:lnTo>
                      <a:pt x="1508621" y="1840665"/>
                    </a:lnTo>
                    <a:lnTo>
                      <a:pt x="1508621" y="1682409"/>
                    </a:lnTo>
                    <a:cubicBezTo>
                      <a:pt x="1508621" y="1671821"/>
                      <a:pt x="1535016" y="1680454"/>
                      <a:pt x="1541697" y="1680617"/>
                    </a:cubicBezTo>
                    <a:cubicBezTo>
                      <a:pt x="1577787" y="1681676"/>
                      <a:pt x="1632696" y="1684364"/>
                      <a:pt x="1667157" y="1680617"/>
                    </a:cubicBezTo>
                    <a:cubicBezTo>
                      <a:pt x="1672534" y="1680047"/>
                      <a:pt x="1677748" y="1680536"/>
                      <a:pt x="1680192" y="1674264"/>
                    </a:cubicBezTo>
                    <a:lnTo>
                      <a:pt x="1676770" y="1344315"/>
                    </a:lnTo>
                    <a:close/>
                    <a:moveTo>
                      <a:pt x="2681187" y="1344396"/>
                    </a:moveTo>
                    <a:lnTo>
                      <a:pt x="2517029" y="1344396"/>
                    </a:lnTo>
                    <a:lnTo>
                      <a:pt x="2517029" y="1834800"/>
                    </a:lnTo>
                    <a:cubicBezTo>
                      <a:pt x="2517029" y="1836022"/>
                      <a:pt x="2512060" y="1837814"/>
                      <a:pt x="2513119" y="1840665"/>
                    </a:cubicBezTo>
                    <a:lnTo>
                      <a:pt x="2681187" y="1840665"/>
                    </a:lnTo>
                    <a:lnTo>
                      <a:pt x="2681187" y="1682409"/>
                    </a:lnTo>
                    <a:cubicBezTo>
                      <a:pt x="2681187" y="1672228"/>
                      <a:pt x="2710434" y="1680454"/>
                      <a:pt x="2718092" y="1680617"/>
                    </a:cubicBezTo>
                    <a:cubicBezTo>
                      <a:pt x="2753204" y="1681513"/>
                      <a:pt x="2806321" y="1684364"/>
                      <a:pt x="2839642" y="1680617"/>
                    </a:cubicBezTo>
                    <a:cubicBezTo>
                      <a:pt x="2843878" y="1680129"/>
                      <a:pt x="2848603" y="1680617"/>
                      <a:pt x="2851454" y="1676626"/>
                    </a:cubicBezTo>
                    <a:lnTo>
                      <a:pt x="2852269" y="1518045"/>
                    </a:lnTo>
                    <a:cubicBezTo>
                      <a:pt x="2851862" y="1514136"/>
                      <a:pt x="2842330" y="1512344"/>
                      <a:pt x="2839397" y="1512344"/>
                    </a:cubicBezTo>
                    <a:lnTo>
                      <a:pt x="2681105" y="1512344"/>
                    </a:lnTo>
                    <a:lnTo>
                      <a:pt x="2681105" y="1344315"/>
                    </a:lnTo>
                    <a:close/>
                    <a:moveTo>
                      <a:pt x="3185472" y="1512425"/>
                    </a:moveTo>
                    <a:lnTo>
                      <a:pt x="3021315" y="1512425"/>
                    </a:lnTo>
                    <a:lnTo>
                      <a:pt x="3021315" y="1840665"/>
                    </a:lnTo>
                    <a:lnTo>
                      <a:pt x="3349630" y="1840665"/>
                    </a:lnTo>
                    <a:lnTo>
                      <a:pt x="3349630" y="1684364"/>
                    </a:lnTo>
                    <a:lnTo>
                      <a:pt x="3185472" y="1684364"/>
                    </a:lnTo>
                    <a:lnTo>
                      <a:pt x="3185472" y="1512425"/>
                    </a:lnTo>
                    <a:close/>
                    <a:moveTo>
                      <a:pt x="4025813" y="1848484"/>
                    </a:moveTo>
                    <a:lnTo>
                      <a:pt x="3695542" y="1848484"/>
                    </a:lnTo>
                    <a:cubicBezTo>
                      <a:pt x="3695135" y="1848484"/>
                      <a:pt x="3689677" y="1843026"/>
                      <a:pt x="3689677" y="1842619"/>
                    </a:cubicBezTo>
                    <a:lnTo>
                      <a:pt x="3689677" y="1682409"/>
                    </a:lnTo>
                    <a:lnTo>
                      <a:pt x="4022147" y="1678744"/>
                    </a:lnTo>
                    <a:lnTo>
                      <a:pt x="4023858" y="1516091"/>
                    </a:lnTo>
                    <a:lnTo>
                      <a:pt x="3525438" y="1512425"/>
                    </a:lnTo>
                    <a:lnTo>
                      <a:pt x="3525438" y="2176723"/>
                    </a:lnTo>
                    <a:lnTo>
                      <a:pt x="3689595" y="2176723"/>
                    </a:lnTo>
                    <a:lnTo>
                      <a:pt x="3689595" y="2012603"/>
                    </a:lnTo>
                    <a:lnTo>
                      <a:pt x="4025731" y="2012603"/>
                    </a:lnTo>
                    <a:cubicBezTo>
                      <a:pt x="4028013" y="2007146"/>
                      <a:pt x="4021821" y="2000874"/>
                      <a:pt x="4021821" y="1998920"/>
                    </a:cubicBezTo>
                    <a:lnTo>
                      <a:pt x="4021821" y="1854348"/>
                    </a:lnTo>
                    <a:cubicBezTo>
                      <a:pt x="4021821" y="1853533"/>
                      <a:pt x="4027687" y="1849868"/>
                      <a:pt x="4025731" y="1848484"/>
                    </a:cubicBezTo>
                    <a:close/>
                    <a:moveTo>
                      <a:pt x="1840846" y="1848484"/>
                    </a:moveTo>
                    <a:lnTo>
                      <a:pt x="1684510" y="1848484"/>
                    </a:lnTo>
                    <a:lnTo>
                      <a:pt x="1684510" y="2020422"/>
                    </a:lnTo>
                    <a:lnTo>
                      <a:pt x="1522307" y="2020422"/>
                    </a:lnTo>
                    <a:cubicBezTo>
                      <a:pt x="1521004" y="2020422"/>
                      <a:pt x="1518478" y="2013092"/>
                      <a:pt x="1512531" y="2022458"/>
                    </a:cubicBezTo>
                    <a:lnTo>
                      <a:pt x="1512531" y="2516772"/>
                    </a:lnTo>
                    <a:lnTo>
                      <a:pt x="1340553" y="2516772"/>
                    </a:lnTo>
                    <a:lnTo>
                      <a:pt x="1346418" y="2852830"/>
                    </a:lnTo>
                    <a:lnTo>
                      <a:pt x="1512531" y="2852830"/>
                    </a:lnTo>
                    <a:lnTo>
                      <a:pt x="1512531" y="3184979"/>
                    </a:lnTo>
                    <a:lnTo>
                      <a:pt x="1676689" y="3184979"/>
                    </a:lnTo>
                    <a:lnTo>
                      <a:pt x="1676689" y="2858695"/>
                    </a:lnTo>
                    <a:cubicBezTo>
                      <a:pt x="1676689" y="2858288"/>
                      <a:pt x="1682147" y="2852830"/>
                      <a:pt x="1682554" y="2852830"/>
                    </a:cubicBezTo>
                    <a:lnTo>
                      <a:pt x="1848667" y="2852830"/>
                    </a:lnTo>
                    <a:lnTo>
                      <a:pt x="1848667" y="3184979"/>
                    </a:lnTo>
                    <a:lnTo>
                      <a:pt x="2012825" y="3184979"/>
                    </a:lnTo>
                    <a:lnTo>
                      <a:pt x="2012825" y="2680892"/>
                    </a:lnTo>
                    <a:lnTo>
                      <a:pt x="2171117" y="2680892"/>
                    </a:lnTo>
                    <a:cubicBezTo>
                      <a:pt x="2182360" y="2680892"/>
                      <a:pt x="2173154" y="2644240"/>
                      <a:pt x="2172909" y="2636176"/>
                    </a:cubicBezTo>
                    <a:cubicBezTo>
                      <a:pt x="2171769" y="2596429"/>
                      <a:pt x="2172421" y="2555949"/>
                      <a:pt x="2176983" y="2516772"/>
                    </a:cubicBezTo>
                    <a:lnTo>
                      <a:pt x="2018691" y="2516772"/>
                    </a:lnTo>
                    <a:cubicBezTo>
                      <a:pt x="2018283" y="2516772"/>
                      <a:pt x="2012825" y="2511315"/>
                      <a:pt x="2012825" y="2510908"/>
                    </a:cubicBezTo>
                    <a:lnTo>
                      <a:pt x="2012825" y="2020504"/>
                    </a:lnTo>
                    <a:lnTo>
                      <a:pt x="1846712" y="2020504"/>
                    </a:lnTo>
                    <a:cubicBezTo>
                      <a:pt x="1846305" y="2020504"/>
                      <a:pt x="1840846" y="2015047"/>
                      <a:pt x="1840846" y="2014639"/>
                    </a:cubicBezTo>
                    <a:lnTo>
                      <a:pt x="1840846" y="1848565"/>
                    </a:lnTo>
                    <a:close/>
                    <a:moveTo>
                      <a:pt x="3013494" y="1848484"/>
                    </a:moveTo>
                    <a:lnTo>
                      <a:pt x="2857157" y="1848484"/>
                    </a:lnTo>
                    <a:lnTo>
                      <a:pt x="2857157" y="2012603"/>
                    </a:lnTo>
                    <a:lnTo>
                      <a:pt x="3013494" y="2012603"/>
                    </a:lnTo>
                    <a:lnTo>
                      <a:pt x="3013494" y="1848484"/>
                    </a:lnTo>
                    <a:close/>
                    <a:moveTo>
                      <a:pt x="2690963" y="2176723"/>
                    </a:moveTo>
                    <a:lnTo>
                      <a:pt x="2847300" y="2176723"/>
                    </a:lnTo>
                    <a:cubicBezTo>
                      <a:pt x="2856261" y="2176723"/>
                      <a:pt x="2849173" y="2157012"/>
                      <a:pt x="2849092" y="2151474"/>
                    </a:cubicBezTo>
                    <a:cubicBezTo>
                      <a:pt x="2848277" y="2113763"/>
                      <a:pt x="2848685" y="2075482"/>
                      <a:pt x="2849092" y="2037690"/>
                    </a:cubicBezTo>
                    <a:cubicBezTo>
                      <a:pt x="2849092" y="2031255"/>
                      <a:pt x="2853165" y="2023192"/>
                      <a:pt x="2853084" y="2022214"/>
                    </a:cubicBezTo>
                    <a:cubicBezTo>
                      <a:pt x="2852514" y="2012847"/>
                      <a:pt x="2843960" y="2020341"/>
                      <a:pt x="2843471" y="2020341"/>
                    </a:cubicBezTo>
                    <a:lnTo>
                      <a:pt x="2694955" y="2020341"/>
                    </a:lnTo>
                    <a:cubicBezTo>
                      <a:pt x="2693896" y="2020341"/>
                      <a:pt x="2692592" y="2016839"/>
                      <a:pt x="2691044" y="2016920"/>
                    </a:cubicBezTo>
                    <a:cubicBezTo>
                      <a:pt x="2682246" y="2017409"/>
                      <a:pt x="2689171" y="2037119"/>
                      <a:pt x="2689252" y="2045590"/>
                    </a:cubicBezTo>
                    <a:cubicBezTo>
                      <a:pt x="2689578" y="2078251"/>
                      <a:pt x="2689741" y="2111156"/>
                      <a:pt x="2689089" y="2143736"/>
                    </a:cubicBezTo>
                    <a:cubicBezTo>
                      <a:pt x="2688926" y="2151555"/>
                      <a:pt x="2682002" y="2174035"/>
                      <a:pt x="2691044" y="2176641"/>
                    </a:cubicBezTo>
                    <a:close/>
                    <a:moveTo>
                      <a:pt x="1336561" y="2180632"/>
                    </a:moveTo>
                    <a:lnTo>
                      <a:pt x="503960" y="2180632"/>
                    </a:lnTo>
                    <a:lnTo>
                      <a:pt x="503960" y="2344752"/>
                    </a:lnTo>
                    <a:lnTo>
                      <a:pt x="1336561" y="2344752"/>
                    </a:lnTo>
                    <a:lnTo>
                      <a:pt x="1336561" y="2180632"/>
                    </a:lnTo>
                    <a:close/>
                    <a:moveTo>
                      <a:pt x="3185472" y="2352571"/>
                    </a:moveTo>
                    <a:lnTo>
                      <a:pt x="2857157" y="2352571"/>
                    </a:lnTo>
                    <a:lnTo>
                      <a:pt x="2857157" y="2508871"/>
                    </a:lnTo>
                    <a:lnTo>
                      <a:pt x="3015449" y="2508871"/>
                    </a:lnTo>
                    <a:cubicBezTo>
                      <a:pt x="3015857" y="2508871"/>
                      <a:pt x="3021315" y="2514329"/>
                      <a:pt x="3021315" y="2514736"/>
                    </a:cubicBezTo>
                    <a:lnTo>
                      <a:pt x="3021315" y="2680810"/>
                    </a:lnTo>
                    <a:lnTo>
                      <a:pt x="3185472" y="2680810"/>
                    </a:lnTo>
                    <a:lnTo>
                      <a:pt x="3185472" y="2352571"/>
                    </a:lnTo>
                    <a:close/>
                    <a:moveTo>
                      <a:pt x="2681187" y="3524947"/>
                    </a:moveTo>
                    <a:lnTo>
                      <a:pt x="2513119" y="3524947"/>
                    </a:lnTo>
                    <a:cubicBezTo>
                      <a:pt x="2511652" y="3529182"/>
                      <a:pt x="2517029" y="3533499"/>
                      <a:pt x="2517029" y="3534721"/>
                    </a:cubicBezTo>
                    <a:lnTo>
                      <a:pt x="2517029" y="3689067"/>
                    </a:lnTo>
                    <a:lnTo>
                      <a:pt x="2681187" y="3689067"/>
                    </a:lnTo>
                    <a:lnTo>
                      <a:pt x="2681187" y="3524947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 159">
                <a:extLst>
                  <a:ext uri="{FF2B5EF4-FFF2-40B4-BE49-F238E27FC236}">
                    <a16:creationId xmlns:a16="http://schemas.microsoft.com/office/drawing/2014/main" id="{15FC5769-A9C7-32E0-816B-D48A4C9C1F8A}"/>
                  </a:ext>
                </a:extLst>
              </p:cNvPr>
              <p:cNvSpPr/>
              <p:nvPr/>
            </p:nvSpPr>
            <p:spPr>
              <a:xfrm>
                <a:off x="3581146" y="-283455"/>
                <a:ext cx="1180468" cy="1180194"/>
              </a:xfrm>
              <a:custGeom>
                <a:avLst/>
                <a:gdLst>
                  <a:gd name="connsiteX0" fmla="*/ 1180387 w 1180468"/>
                  <a:gd name="connsiteY0" fmla="*/ 1180114 h 1180194"/>
                  <a:gd name="connsiteX1" fmla="*/ 5866 w 1180468"/>
                  <a:gd name="connsiteY1" fmla="*/ 1180114 h 1180194"/>
                  <a:gd name="connsiteX2" fmla="*/ 0 w 1180468"/>
                  <a:gd name="connsiteY2" fmla="*/ 1174249 h 1180194"/>
                  <a:gd name="connsiteX3" fmla="*/ 0 w 1180468"/>
                  <a:gd name="connsiteY3" fmla="*/ 5864 h 1180194"/>
                  <a:gd name="connsiteX4" fmla="*/ 5866 w 1180468"/>
                  <a:gd name="connsiteY4" fmla="*/ 0 h 1180194"/>
                  <a:gd name="connsiteX5" fmla="*/ 1174603 w 1180468"/>
                  <a:gd name="connsiteY5" fmla="*/ 0 h 1180194"/>
                  <a:gd name="connsiteX6" fmla="*/ 1180468 w 1180468"/>
                  <a:gd name="connsiteY6" fmla="*/ 5864 h 1180194"/>
                  <a:gd name="connsiteX7" fmla="*/ 1180468 w 1180468"/>
                  <a:gd name="connsiteY7" fmla="*/ 1180195 h 1180194"/>
                  <a:gd name="connsiteX8" fmla="*/ 1004498 w 1180468"/>
                  <a:gd name="connsiteY8" fmla="*/ 171939 h 1180194"/>
                  <a:gd name="connsiteX9" fmla="*/ 167987 w 1180468"/>
                  <a:gd name="connsiteY9" fmla="*/ 171939 h 1180194"/>
                  <a:gd name="connsiteX10" fmla="*/ 173852 w 1180468"/>
                  <a:gd name="connsiteY10" fmla="*/ 1004347 h 1180194"/>
                  <a:gd name="connsiteX11" fmla="*/ 998632 w 1180468"/>
                  <a:gd name="connsiteY11" fmla="*/ 1004347 h 1180194"/>
                  <a:gd name="connsiteX12" fmla="*/ 1004498 w 1180468"/>
                  <a:gd name="connsiteY12" fmla="*/ 171939 h 1180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80468" h="1180194">
                    <a:moveTo>
                      <a:pt x="1180387" y="1180114"/>
                    </a:moveTo>
                    <a:lnTo>
                      <a:pt x="5866" y="1180114"/>
                    </a:lnTo>
                    <a:cubicBezTo>
                      <a:pt x="5458" y="1180114"/>
                      <a:pt x="0" y="1174657"/>
                      <a:pt x="0" y="1174249"/>
                    </a:cubicBezTo>
                    <a:lnTo>
                      <a:pt x="0" y="5864"/>
                    </a:lnTo>
                    <a:cubicBezTo>
                      <a:pt x="0" y="5457"/>
                      <a:pt x="5458" y="0"/>
                      <a:pt x="5866" y="0"/>
                    </a:cubicBezTo>
                    <a:lnTo>
                      <a:pt x="1174603" y="0"/>
                    </a:lnTo>
                    <a:cubicBezTo>
                      <a:pt x="1175010" y="0"/>
                      <a:pt x="1180468" y="5457"/>
                      <a:pt x="1180468" y="5864"/>
                    </a:cubicBezTo>
                    <a:lnTo>
                      <a:pt x="1180468" y="1180195"/>
                    </a:lnTo>
                    <a:close/>
                    <a:moveTo>
                      <a:pt x="1004498" y="171939"/>
                    </a:moveTo>
                    <a:lnTo>
                      <a:pt x="167987" y="171939"/>
                    </a:lnTo>
                    <a:lnTo>
                      <a:pt x="173852" y="1004347"/>
                    </a:lnTo>
                    <a:lnTo>
                      <a:pt x="998632" y="1004347"/>
                    </a:lnTo>
                    <a:lnTo>
                      <a:pt x="1004498" y="171939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 160">
                <a:extLst>
                  <a:ext uri="{FF2B5EF4-FFF2-40B4-BE49-F238E27FC236}">
                    <a16:creationId xmlns:a16="http://schemas.microsoft.com/office/drawing/2014/main" id="{24756CEE-E81F-6849-7678-82C92F3B6760}"/>
                  </a:ext>
                </a:extLst>
              </p:cNvPr>
              <p:cNvSpPr/>
              <p:nvPr/>
            </p:nvSpPr>
            <p:spPr>
              <a:xfrm>
                <a:off x="3581146" y="2729503"/>
                <a:ext cx="1180468" cy="1180194"/>
              </a:xfrm>
              <a:custGeom>
                <a:avLst/>
                <a:gdLst>
                  <a:gd name="connsiteX0" fmla="*/ 1180387 w 1180468"/>
                  <a:gd name="connsiteY0" fmla="*/ 1180195 h 1180194"/>
                  <a:gd name="connsiteX1" fmla="*/ 5866 w 1180468"/>
                  <a:gd name="connsiteY1" fmla="*/ 1180195 h 1180194"/>
                  <a:gd name="connsiteX2" fmla="*/ 0 w 1180468"/>
                  <a:gd name="connsiteY2" fmla="*/ 1174331 h 1180194"/>
                  <a:gd name="connsiteX3" fmla="*/ 0 w 1180468"/>
                  <a:gd name="connsiteY3" fmla="*/ 5864 h 1180194"/>
                  <a:gd name="connsiteX4" fmla="*/ 5866 w 1180468"/>
                  <a:gd name="connsiteY4" fmla="*/ 0 h 1180194"/>
                  <a:gd name="connsiteX5" fmla="*/ 1174603 w 1180468"/>
                  <a:gd name="connsiteY5" fmla="*/ 0 h 1180194"/>
                  <a:gd name="connsiteX6" fmla="*/ 1180468 w 1180468"/>
                  <a:gd name="connsiteY6" fmla="*/ 5864 h 1180194"/>
                  <a:gd name="connsiteX7" fmla="*/ 1180468 w 1180468"/>
                  <a:gd name="connsiteY7" fmla="*/ 1180195 h 1180194"/>
                  <a:gd name="connsiteX8" fmla="*/ 1004498 w 1180468"/>
                  <a:gd name="connsiteY8" fmla="*/ 179758 h 1180194"/>
                  <a:gd name="connsiteX9" fmla="*/ 167987 w 1180468"/>
                  <a:gd name="connsiteY9" fmla="*/ 179758 h 1180194"/>
                  <a:gd name="connsiteX10" fmla="*/ 173852 w 1180468"/>
                  <a:gd name="connsiteY10" fmla="*/ 1012166 h 1180194"/>
                  <a:gd name="connsiteX11" fmla="*/ 998632 w 1180468"/>
                  <a:gd name="connsiteY11" fmla="*/ 1012166 h 1180194"/>
                  <a:gd name="connsiteX12" fmla="*/ 1004498 w 1180468"/>
                  <a:gd name="connsiteY12" fmla="*/ 179758 h 1180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80468" h="1180194">
                    <a:moveTo>
                      <a:pt x="1180387" y="1180195"/>
                    </a:moveTo>
                    <a:lnTo>
                      <a:pt x="5866" y="1180195"/>
                    </a:lnTo>
                    <a:cubicBezTo>
                      <a:pt x="5458" y="1180195"/>
                      <a:pt x="0" y="1174738"/>
                      <a:pt x="0" y="1174331"/>
                    </a:cubicBezTo>
                    <a:lnTo>
                      <a:pt x="0" y="5864"/>
                    </a:lnTo>
                    <a:cubicBezTo>
                      <a:pt x="0" y="5457"/>
                      <a:pt x="5458" y="0"/>
                      <a:pt x="5866" y="0"/>
                    </a:cubicBezTo>
                    <a:lnTo>
                      <a:pt x="1174603" y="0"/>
                    </a:lnTo>
                    <a:cubicBezTo>
                      <a:pt x="1175010" y="0"/>
                      <a:pt x="1180468" y="5457"/>
                      <a:pt x="1180468" y="5864"/>
                    </a:cubicBezTo>
                    <a:lnTo>
                      <a:pt x="1180468" y="1180195"/>
                    </a:lnTo>
                    <a:close/>
                    <a:moveTo>
                      <a:pt x="1004498" y="179758"/>
                    </a:moveTo>
                    <a:lnTo>
                      <a:pt x="167987" y="179758"/>
                    </a:lnTo>
                    <a:lnTo>
                      <a:pt x="173852" y="1012166"/>
                    </a:lnTo>
                    <a:lnTo>
                      <a:pt x="998632" y="1012166"/>
                    </a:lnTo>
                    <a:lnTo>
                      <a:pt x="1004498" y="179758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 161">
                <a:extLst>
                  <a:ext uri="{FF2B5EF4-FFF2-40B4-BE49-F238E27FC236}">
                    <a16:creationId xmlns:a16="http://schemas.microsoft.com/office/drawing/2014/main" id="{05BE4FFD-86AD-D018-8ED8-256B0CB0D8AC}"/>
                  </a:ext>
                </a:extLst>
              </p:cNvPr>
              <p:cNvSpPr/>
              <p:nvPr/>
            </p:nvSpPr>
            <p:spPr>
              <a:xfrm>
                <a:off x="6594721" y="2729503"/>
                <a:ext cx="1180468" cy="1180194"/>
              </a:xfrm>
              <a:custGeom>
                <a:avLst/>
                <a:gdLst>
                  <a:gd name="connsiteX0" fmla="*/ 1180468 w 1180468"/>
                  <a:gd name="connsiteY0" fmla="*/ 1180195 h 1180194"/>
                  <a:gd name="connsiteX1" fmla="*/ 5866 w 1180468"/>
                  <a:gd name="connsiteY1" fmla="*/ 1180195 h 1180194"/>
                  <a:gd name="connsiteX2" fmla="*/ 0 w 1180468"/>
                  <a:gd name="connsiteY2" fmla="*/ 1174331 h 1180194"/>
                  <a:gd name="connsiteX3" fmla="*/ 0 w 1180468"/>
                  <a:gd name="connsiteY3" fmla="*/ 5864 h 1180194"/>
                  <a:gd name="connsiteX4" fmla="*/ 5866 w 1180468"/>
                  <a:gd name="connsiteY4" fmla="*/ 0 h 1180194"/>
                  <a:gd name="connsiteX5" fmla="*/ 1174603 w 1180468"/>
                  <a:gd name="connsiteY5" fmla="*/ 0 h 1180194"/>
                  <a:gd name="connsiteX6" fmla="*/ 1180468 w 1180468"/>
                  <a:gd name="connsiteY6" fmla="*/ 5864 h 1180194"/>
                  <a:gd name="connsiteX7" fmla="*/ 1180468 w 1180468"/>
                  <a:gd name="connsiteY7" fmla="*/ 1180195 h 1180194"/>
                  <a:gd name="connsiteX8" fmla="*/ 1012400 w 1180468"/>
                  <a:gd name="connsiteY8" fmla="*/ 179758 h 1180194"/>
                  <a:gd name="connsiteX9" fmla="*/ 175889 w 1180468"/>
                  <a:gd name="connsiteY9" fmla="*/ 179758 h 1180194"/>
                  <a:gd name="connsiteX10" fmla="*/ 181755 w 1180468"/>
                  <a:gd name="connsiteY10" fmla="*/ 1012166 h 1180194"/>
                  <a:gd name="connsiteX11" fmla="*/ 1006535 w 1180468"/>
                  <a:gd name="connsiteY11" fmla="*/ 1012166 h 1180194"/>
                  <a:gd name="connsiteX12" fmla="*/ 1012400 w 1180468"/>
                  <a:gd name="connsiteY12" fmla="*/ 179758 h 1180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80468" h="1180194">
                    <a:moveTo>
                      <a:pt x="1180468" y="1180195"/>
                    </a:moveTo>
                    <a:lnTo>
                      <a:pt x="5866" y="1180195"/>
                    </a:lnTo>
                    <a:cubicBezTo>
                      <a:pt x="5458" y="1180195"/>
                      <a:pt x="0" y="1174738"/>
                      <a:pt x="0" y="1174331"/>
                    </a:cubicBezTo>
                    <a:lnTo>
                      <a:pt x="0" y="5864"/>
                    </a:lnTo>
                    <a:cubicBezTo>
                      <a:pt x="0" y="5457"/>
                      <a:pt x="5458" y="0"/>
                      <a:pt x="5866" y="0"/>
                    </a:cubicBezTo>
                    <a:lnTo>
                      <a:pt x="1174603" y="0"/>
                    </a:lnTo>
                    <a:cubicBezTo>
                      <a:pt x="1175010" y="0"/>
                      <a:pt x="1180468" y="5457"/>
                      <a:pt x="1180468" y="5864"/>
                    </a:cubicBezTo>
                    <a:lnTo>
                      <a:pt x="1180468" y="1180195"/>
                    </a:lnTo>
                    <a:close/>
                    <a:moveTo>
                      <a:pt x="1012400" y="179758"/>
                    </a:moveTo>
                    <a:lnTo>
                      <a:pt x="175889" y="179758"/>
                    </a:lnTo>
                    <a:lnTo>
                      <a:pt x="181755" y="1012166"/>
                    </a:lnTo>
                    <a:lnTo>
                      <a:pt x="1006535" y="1012166"/>
                    </a:lnTo>
                    <a:lnTo>
                      <a:pt x="1012400" y="179758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 162">
                <a:extLst>
                  <a:ext uri="{FF2B5EF4-FFF2-40B4-BE49-F238E27FC236}">
                    <a16:creationId xmlns:a16="http://schemas.microsoft.com/office/drawing/2014/main" id="{785CC670-AE44-EA8C-59DF-2E6BF6B517BE}"/>
                  </a:ext>
                </a:extLst>
              </p:cNvPr>
              <p:cNvSpPr/>
              <p:nvPr/>
            </p:nvSpPr>
            <p:spPr>
              <a:xfrm>
                <a:off x="3917282" y="1053040"/>
                <a:ext cx="512025" cy="347787"/>
              </a:xfrm>
              <a:custGeom>
                <a:avLst/>
                <a:gdLst>
                  <a:gd name="connsiteX0" fmla="*/ 340047 w 512025"/>
                  <a:gd name="connsiteY0" fmla="*/ 171939 h 347787"/>
                  <a:gd name="connsiteX1" fmla="*/ 508115 w 512025"/>
                  <a:gd name="connsiteY1" fmla="*/ 171939 h 347787"/>
                  <a:gd name="connsiteX2" fmla="*/ 512025 w 512025"/>
                  <a:gd name="connsiteY2" fmla="*/ 347787 h 347787"/>
                  <a:gd name="connsiteX3" fmla="*/ 166113 w 512025"/>
                  <a:gd name="connsiteY3" fmla="*/ 347787 h 347787"/>
                  <a:gd name="connsiteX4" fmla="*/ 160247 w 512025"/>
                  <a:gd name="connsiteY4" fmla="*/ 341923 h 347787"/>
                  <a:gd name="connsiteX5" fmla="*/ 160247 w 512025"/>
                  <a:gd name="connsiteY5" fmla="*/ 175848 h 347787"/>
                  <a:gd name="connsiteX6" fmla="*/ 150471 w 512025"/>
                  <a:gd name="connsiteY6" fmla="*/ 175848 h 347787"/>
                  <a:gd name="connsiteX7" fmla="*/ 0 w 512025"/>
                  <a:gd name="connsiteY7" fmla="*/ 175848 h 347787"/>
                  <a:gd name="connsiteX8" fmla="*/ 0 w 512025"/>
                  <a:gd name="connsiteY8" fmla="*/ 0 h 347787"/>
                  <a:gd name="connsiteX9" fmla="*/ 334181 w 512025"/>
                  <a:gd name="connsiteY9" fmla="*/ 0 h 347787"/>
                  <a:gd name="connsiteX10" fmla="*/ 340047 w 512025"/>
                  <a:gd name="connsiteY10" fmla="*/ 5864 h 347787"/>
                  <a:gd name="connsiteX11" fmla="*/ 340047 w 512025"/>
                  <a:gd name="connsiteY11" fmla="*/ 171939 h 34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12025" h="347787">
                    <a:moveTo>
                      <a:pt x="340047" y="171939"/>
                    </a:moveTo>
                    <a:lnTo>
                      <a:pt x="508115" y="171939"/>
                    </a:lnTo>
                    <a:lnTo>
                      <a:pt x="512025" y="347787"/>
                    </a:lnTo>
                    <a:lnTo>
                      <a:pt x="166113" y="347787"/>
                    </a:lnTo>
                    <a:cubicBezTo>
                      <a:pt x="165705" y="347787"/>
                      <a:pt x="160247" y="342330"/>
                      <a:pt x="160247" y="341923"/>
                    </a:cubicBezTo>
                    <a:lnTo>
                      <a:pt x="160247" y="175848"/>
                    </a:lnTo>
                    <a:cubicBezTo>
                      <a:pt x="156500" y="179025"/>
                      <a:pt x="152834" y="175848"/>
                      <a:pt x="150471" y="175848"/>
                    </a:cubicBezTo>
                    <a:lnTo>
                      <a:pt x="0" y="175848"/>
                    </a:lnTo>
                    <a:lnTo>
                      <a:pt x="0" y="0"/>
                    </a:lnTo>
                    <a:lnTo>
                      <a:pt x="334181" y="0"/>
                    </a:lnTo>
                    <a:cubicBezTo>
                      <a:pt x="334588" y="0"/>
                      <a:pt x="340047" y="5457"/>
                      <a:pt x="340047" y="5864"/>
                    </a:cubicBezTo>
                    <a:lnTo>
                      <a:pt x="340047" y="171939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 163">
                <a:extLst>
                  <a:ext uri="{FF2B5EF4-FFF2-40B4-BE49-F238E27FC236}">
                    <a16:creationId xmlns:a16="http://schemas.microsoft.com/office/drawing/2014/main" id="{22C8412E-F682-0C2C-9537-39A1CD821A7F}"/>
                  </a:ext>
                </a:extLst>
              </p:cNvPr>
              <p:cNvSpPr/>
              <p:nvPr/>
            </p:nvSpPr>
            <p:spPr>
              <a:xfrm>
                <a:off x="7435143" y="2225334"/>
                <a:ext cx="340046" cy="347787"/>
              </a:xfrm>
              <a:custGeom>
                <a:avLst/>
                <a:gdLst>
                  <a:gd name="connsiteX0" fmla="*/ 175889 w 340046"/>
                  <a:gd name="connsiteY0" fmla="*/ 0 h 347787"/>
                  <a:gd name="connsiteX1" fmla="*/ 175889 w 340046"/>
                  <a:gd name="connsiteY1" fmla="*/ 171939 h 347787"/>
                  <a:gd name="connsiteX2" fmla="*/ 334181 w 340046"/>
                  <a:gd name="connsiteY2" fmla="*/ 171939 h 347787"/>
                  <a:gd name="connsiteX3" fmla="*/ 340047 w 340046"/>
                  <a:gd name="connsiteY3" fmla="*/ 177803 h 347787"/>
                  <a:gd name="connsiteX4" fmla="*/ 340047 w 340046"/>
                  <a:gd name="connsiteY4" fmla="*/ 347787 h 347787"/>
                  <a:gd name="connsiteX5" fmla="*/ 0 w 340046"/>
                  <a:gd name="connsiteY5" fmla="*/ 347787 h 347787"/>
                  <a:gd name="connsiteX6" fmla="*/ 0 w 340046"/>
                  <a:gd name="connsiteY6" fmla="*/ 0 h 347787"/>
                  <a:gd name="connsiteX7" fmla="*/ 175889 w 340046"/>
                  <a:gd name="connsiteY7" fmla="*/ 0 h 34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0046" h="347787">
                    <a:moveTo>
                      <a:pt x="175889" y="0"/>
                    </a:moveTo>
                    <a:lnTo>
                      <a:pt x="175889" y="171939"/>
                    </a:lnTo>
                    <a:lnTo>
                      <a:pt x="334181" y="171939"/>
                    </a:lnTo>
                    <a:cubicBezTo>
                      <a:pt x="334588" y="171939"/>
                      <a:pt x="340047" y="177396"/>
                      <a:pt x="340047" y="177803"/>
                    </a:cubicBezTo>
                    <a:lnTo>
                      <a:pt x="340047" y="347787"/>
                    </a:lnTo>
                    <a:lnTo>
                      <a:pt x="0" y="347787"/>
                    </a:lnTo>
                    <a:lnTo>
                      <a:pt x="0" y="0"/>
                    </a:lnTo>
                    <a:lnTo>
                      <a:pt x="175889" y="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 164">
                <a:extLst>
                  <a:ext uri="{FF2B5EF4-FFF2-40B4-BE49-F238E27FC236}">
                    <a16:creationId xmlns:a16="http://schemas.microsoft.com/office/drawing/2014/main" id="{43877CF5-EC1A-D4B5-4D32-CBDAC5609FDA}"/>
                  </a:ext>
                </a:extLst>
              </p:cNvPr>
              <p:cNvSpPr/>
              <p:nvPr/>
            </p:nvSpPr>
            <p:spPr>
              <a:xfrm>
                <a:off x="6262495" y="2569293"/>
                <a:ext cx="175888" cy="339967"/>
              </a:xfrm>
              <a:custGeom>
                <a:avLst/>
                <a:gdLst>
                  <a:gd name="connsiteX0" fmla="*/ 175889 w 175888"/>
                  <a:gd name="connsiteY0" fmla="*/ 0 h 339967"/>
                  <a:gd name="connsiteX1" fmla="*/ 175889 w 175888"/>
                  <a:gd name="connsiteY1" fmla="*/ 339968 h 339967"/>
                  <a:gd name="connsiteX2" fmla="*/ 5866 w 175888"/>
                  <a:gd name="connsiteY2" fmla="*/ 339968 h 339967"/>
                  <a:gd name="connsiteX3" fmla="*/ 0 w 175888"/>
                  <a:gd name="connsiteY3" fmla="*/ 334103 h 339967"/>
                  <a:gd name="connsiteX4" fmla="*/ 0 w 175888"/>
                  <a:gd name="connsiteY4" fmla="*/ 0 h 339967"/>
                  <a:gd name="connsiteX5" fmla="*/ 175889 w 175888"/>
                  <a:gd name="connsiteY5" fmla="*/ 0 h 339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5888" h="339967">
                    <a:moveTo>
                      <a:pt x="175889" y="0"/>
                    </a:moveTo>
                    <a:lnTo>
                      <a:pt x="175889" y="339968"/>
                    </a:lnTo>
                    <a:lnTo>
                      <a:pt x="5866" y="339968"/>
                    </a:lnTo>
                    <a:cubicBezTo>
                      <a:pt x="5458" y="339968"/>
                      <a:pt x="0" y="334511"/>
                      <a:pt x="0" y="334103"/>
                    </a:cubicBezTo>
                    <a:lnTo>
                      <a:pt x="0" y="0"/>
                    </a:lnTo>
                    <a:lnTo>
                      <a:pt x="175889" y="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 165">
                <a:extLst>
                  <a:ext uri="{FF2B5EF4-FFF2-40B4-BE49-F238E27FC236}">
                    <a16:creationId xmlns:a16="http://schemas.microsoft.com/office/drawing/2014/main" id="{EC4E2508-5FDC-78EF-46F6-5782AF34237A}"/>
                  </a:ext>
                </a:extLst>
              </p:cNvPr>
              <p:cNvSpPr/>
              <p:nvPr/>
            </p:nvSpPr>
            <p:spPr>
              <a:xfrm>
                <a:off x="7099007" y="2397354"/>
                <a:ext cx="179799" cy="175848"/>
              </a:xfrm>
              <a:custGeom>
                <a:avLst/>
                <a:gdLst>
                  <a:gd name="connsiteX0" fmla="*/ 179799 w 179799"/>
                  <a:gd name="connsiteY0" fmla="*/ 175848 h 175848"/>
                  <a:gd name="connsiteX1" fmla="*/ 5866 w 179799"/>
                  <a:gd name="connsiteY1" fmla="*/ 175848 h 175848"/>
                  <a:gd name="connsiteX2" fmla="*/ 0 w 179799"/>
                  <a:gd name="connsiteY2" fmla="*/ 169984 h 175848"/>
                  <a:gd name="connsiteX3" fmla="*/ 0 w 179799"/>
                  <a:gd name="connsiteY3" fmla="*/ 0 h 175848"/>
                  <a:gd name="connsiteX4" fmla="*/ 173934 w 179799"/>
                  <a:gd name="connsiteY4" fmla="*/ 0 h 175848"/>
                  <a:gd name="connsiteX5" fmla="*/ 179799 w 179799"/>
                  <a:gd name="connsiteY5" fmla="*/ 5864 h 175848"/>
                  <a:gd name="connsiteX6" fmla="*/ 179799 w 179799"/>
                  <a:gd name="connsiteY6" fmla="*/ 175848 h 175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799" h="175848">
                    <a:moveTo>
                      <a:pt x="179799" y="175848"/>
                    </a:moveTo>
                    <a:lnTo>
                      <a:pt x="5866" y="175848"/>
                    </a:lnTo>
                    <a:cubicBezTo>
                      <a:pt x="5458" y="175848"/>
                      <a:pt x="0" y="170391"/>
                      <a:pt x="0" y="169984"/>
                    </a:cubicBezTo>
                    <a:lnTo>
                      <a:pt x="0" y="0"/>
                    </a:lnTo>
                    <a:lnTo>
                      <a:pt x="173934" y="0"/>
                    </a:lnTo>
                    <a:cubicBezTo>
                      <a:pt x="174341" y="0"/>
                      <a:pt x="179799" y="5457"/>
                      <a:pt x="179799" y="5864"/>
                    </a:cubicBezTo>
                    <a:lnTo>
                      <a:pt x="179799" y="175848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 166">
                <a:extLst>
                  <a:ext uri="{FF2B5EF4-FFF2-40B4-BE49-F238E27FC236}">
                    <a16:creationId xmlns:a16="http://schemas.microsoft.com/office/drawing/2014/main" id="{07A97D98-825C-918E-14E7-AC72FD5DD953}"/>
                  </a:ext>
                </a:extLst>
              </p:cNvPr>
              <p:cNvSpPr/>
              <p:nvPr/>
            </p:nvSpPr>
            <p:spPr>
              <a:xfrm>
                <a:off x="5926359" y="2729503"/>
                <a:ext cx="171978" cy="179757"/>
              </a:xfrm>
              <a:custGeom>
                <a:avLst/>
                <a:gdLst>
                  <a:gd name="connsiteX0" fmla="*/ 168068 w 171978"/>
                  <a:gd name="connsiteY0" fmla="*/ 0 h 179757"/>
                  <a:gd name="connsiteX1" fmla="*/ 171979 w 171978"/>
                  <a:gd name="connsiteY1" fmla="*/ 9774 h 179757"/>
                  <a:gd name="connsiteX2" fmla="*/ 171979 w 171978"/>
                  <a:gd name="connsiteY2" fmla="*/ 179758 h 179757"/>
                  <a:gd name="connsiteX3" fmla="*/ 5866 w 171978"/>
                  <a:gd name="connsiteY3" fmla="*/ 179758 h 179757"/>
                  <a:gd name="connsiteX4" fmla="*/ 0 w 171978"/>
                  <a:gd name="connsiteY4" fmla="*/ 173893 h 179757"/>
                  <a:gd name="connsiteX5" fmla="*/ 0 w 171978"/>
                  <a:gd name="connsiteY5" fmla="*/ 5864 h 179757"/>
                  <a:gd name="connsiteX6" fmla="*/ 5866 w 171978"/>
                  <a:gd name="connsiteY6" fmla="*/ 0 h 179757"/>
                  <a:gd name="connsiteX7" fmla="*/ 168068 w 171978"/>
                  <a:gd name="connsiteY7" fmla="*/ 0 h 179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1978" h="179757">
                    <a:moveTo>
                      <a:pt x="168068" y="0"/>
                    </a:moveTo>
                    <a:cubicBezTo>
                      <a:pt x="166765" y="3828"/>
                      <a:pt x="171979" y="8471"/>
                      <a:pt x="171979" y="9774"/>
                    </a:cubicBezTo>
                    <a:lnTo>
                      <a:pt x="171979" y="179758"/>
                    </a:lnTo>
                    <a:lnTo>
                      <a:pt x="5866" y="179758"/>
                    </a:lnTo>
                    <a:cubicBezTo>
                      <a:pt x="5458" y="179758"/>
                      <a:pt x="0" y="174301"/>
                      <a:pt x="0" y="173893"/>
                    </a:cubicBezTo>
                    <a:lnTo>
                      <a:pt x="0" y="5864"/>
                    </a:lnTo>
                    <a:cubicBezTo>
                      <a:pt x="0" y="5457"/>
                      <a:pt x="5458" y="0"/>
                      <a:pt x="5866" y="0"/>
                    </a:cubicBezTo>
                    <a:lnTo>
                      <a:pt x="168068" y="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 167">
                <a:extLst>
                  <a:ext uri="{FF2B5EF4-FFF2-40B4-BE49-F238E27FC236}">
                    <a16:creationId xmlns:a16="http://schemas.microsoft.com/office/drawing/2014/main" id="{7578B8CB-9D72-1B7F-8667-46CA00F51C58}"/>
                  </a:ext>
                </a:extLst>
              </p:cNvPr>
              <p:cNvSpPr/>
              <p:nvPr/>
            </p:nvSpPr>
            <p:spPr>
              <a:xfrm>
                <a:off x="4917951" y="-283455"/>
                <a:ext cx="179402" cy="171938"/>
              </a:xfrm>
              <a:custGeom>
                <a:avLst/>
                <a:gdLst>
                  <a:gd name="connsiteX0" fmla="*/ 175889 w 179402"/>
                  <a:gd name="connsiteY0" fmla="*/ 171939 h 171938"/>
                  <a:gd name="connsiteX1" fmla="*/ 5866 w 179402"/>
                  <a:gd name="connsiteY1" fmla="*/ 171939 h 171938"/>
                  <a:gd name="connsiteX2" fmla="*/ 0 w 179402"/>
                  <a:gd name="connsiteY2" fmla="*/ 166074 h 171938"/>
                  <a:gd name="connsiteX3" fmla="*/ 0 w 179402"/>
                  <a:gd name="connsiteY3" fmla="*/ 0 h 171938"/>
                  <a:gd name="connsiteX4" fmla="*/ 170023 w 179402"/>
                  <a:gd name="connsiteY4" fmla="*/ 0 h 171938"/>
                  <a:gd name="connsiteX5" fmla="*/ 179392 w 179402"/>
                  <a:gd name="connsiteY5" fmla="*/ 45367 h 171938"/>
                  <a:gd name="connsiteX6" fmla="*/ 175563 w 179402"/>
                  <a:gd name="connsiteY6" fmla="*/ 68336 h 171938"/>
                  <a:gd name="connsiteX7" fmla="*/ 175889 w 179402"/>
                  <a:gd name="connsiteY7" fmla="*/ 171939 h 17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9402" h="171938">
                    <a:moveTo>
                      <a:pt x="175889" y="171939"/>
                    </a:moveTo>
                    <a:lnTo>
                      <a:pt x="5866" y="171939"/>
                    </a:lnTo>
                    <a:cubicBezTo>
                      <a:pt x="5458" y="171939"/>
                      <a:pt x="0" y="166482"/>
                      <a:pt x="0" y="166074"/>
                    </a:cubicBezTo>
                    <a:lnTo>
                      <a:pt x="0" y="0"/>
                    </a:lnTo>
                    <a:lnTo>
                      <a:pt x="170023" y="0"/>
                    </a:lnTo>
                    <a:cubicBezTo>
                      <a:pt x="174993" y="0"/>
                      <a:pt x="179148" y="37548"/>
                      <a:pt x="179392" y="45367"/>
                    </a:cubicBezTo>
                    <a:cubicBezTo>
                      <a:pt x="179637" y="53186"/>
                      <a:pt x="175319" y="60517"/>
                      <a:pt x="175563" y="68336"/>
                    </a:cubicBezTo>
                    <a:cubicBezTo>
                      <a:pt x="176867" y="103196"/>
                      <a:pt x="182488" y="136264"/>
                      <a:pt x="175889" y="171939"/>
                    </a:cubicBez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 168">
                <a:extLst>
                  <a:ext uri="{FF2B5EF4-FFF2-40B4-BE49-F238E27FC236}">
                    <a16:creationId xmlns:a16="http://schemas.microsoft.com/office/drawing/2014/main" id="{59644997-919E-8E58-A393-8832CC624EAE}"/>
                  </a:ext>
                </a:extLst>
              </p:cNvPr>
              <p:cNvSpPr/>
              <p:nvPr/>
            </p:nvSpPr>
            <p:spPr>
              <a:xfrm>
                <a:off x="5257997" y="2225334"/>
                <a:ext cx="171978" cy="181143"/>
              </a:xfrm>
              <a:custGeom>
                <a:avLst/>
                <a:gdLst>
                  <a:gd name="connsiteX0" fmla="*/ 171978 w 171978"/>
                  <a:gd name="connsiteY0" fmla="*/ 179758 h 181143"/>
                  <a:gd name="connsiteX1" fmla="*/ 138903 w 171978"/>
                  <a:gd name="connsiteY1" fmla="*/ 179921 h 181143"/>
                  <a:gd name="connsiteX2" fmla="*/ 40897 w 171978"/>
                  <a:gd name="connsiteY2" fmla="*/ 179921 h 181143"/>
                  <a:gd name="connsiteX3" fmla="*/ 0 w 171978"/>
                  <a:gd name="connsiteY3" fmla="*/ 169984 h 181143"/>
                  <a:gd name="connsiteX4" fmla="*/ 0 w 171978"/>
                  <a:gd name="connsiteY4" fmla="*/ 5864 h 181143"/>
                  <a:gd name="connsiteX5" fmla="*/ 5866 w 171978"/>
                  <a:gd name="connsiteY5" fmla="*/ 0 h 181143"/>
                  <a:gd name="connsiteX6" fmla="*/ 166113 w 171978"/>
                  <a:gd name="connsiteY6" fmla="*/ 0 h 181143"/>
                  <a:gd name="connsiteX7" fmla="*/ 171978 w 171978"/>
                  <a:gd name="connsiteY7" fmla="*/ 5864 h 181143"/>
                  <a:gd name="connsiteX8" fmla="*/ 171978 w 171978"/>
                  <a:gd name="connsiteY8" fmla="*/ 179758 h 181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978" h="181143">
                    <a:moveTo>
                      <a:pt x="171978" y="179758"/>
                    </a:moveTo>
                    <a:cubicBezTo>
                      <a:pt x="159758" y="173894"/>
                      <a:pt x="150634" y="179514"/>
                      <a:pt x="138903" y="179921"/>
                    </a:cubicBezTo>
                    <a:cubicBezTo>
                      <a:pt x="109085" y="180980"/>
                      <a:pt x="70144" y="182038"/>
                      <a:pt x="40897" y="179921"/>
                    </a:cubicBezTo>
                    <a:cubicBezTo>
                      <a:pt x="28595" y="179025"/>
                      <a:pt x="8880" y="177151"/>
                      <a:pt x="0" y="169984"/>
                    </a:cubicBezTo>
                    <a:lnTo>
                      <a:pt x="0" y="5864"/>
                    </a:lnTo>
                    <a:cubicBezTo>
                      <a:pt x="0" y="5457"/>
                      <a:pt x="5458" y="0"/>
                      <a:pt x="5866" y="0"/>
                    </a:cubicBezTo>
                    <a:lnTo>
                      <a:pt x="166113" y="0"/>
                    </a:lnTo>
                    <a:cubicBezTo>
                      <a:pt x="166520" y="0"/>
                      <a:pt x="171978" y="5457"/>
                      <a:pt x="171978" y="5864"/>
                    </a:cubicBezTo>
                    <a:lnTo>
                      <a:pt x="171978" y="179758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 169">
                <a:extLst>
                  <a:ext uri="{FF2B5EF4-FFF2-40B4-BE49-F238E27FC236}">
                    <a16:creationId xmlns:a16="http://schemas.microsoft.com/office/drawing/2014/main" id="{DF312885-5FF5-C616-3EE1-21E1D9C6E88A}"/>
                  </a:ext>
                </a:extLst>
              </p:cNvPr>
              <p:cNvSpPr/>
              <p:nvPr/>
            </p:nvSpPr>
            <p:spPr>
              <a:xfrm>
                <a:off x="6594803" y="720810"/>
                <a:ext cx="179799" cy="175848"/>
              </a:xfrm>
              <a:custGeom>
                <a:avLst/>
                <a:gdLst>
                  <a:gd name="connsiteX0" fmla="*/ 179799 w 179799"/>
                  <a:gd name="connsiteY0" fmla="*/ 175848 h 175848"/>
                  <a:gd name="connsiteX1" fmla="*/ 5866 w 179799"/>
                  <a:gd name="connsiteY1" fmla="*/ 175848 h 175848"/>
                  <a:gd name="connsiteX2" fmla="*/ 0 w 179799"/>
                  <a:gd name="connsiteY2" fmla="*/ 169984 h 175848"/>
                  <a:gd name="connsiteX3" fmla="*/ 0 w 179799"/>
                  <a:gd name="connsiteY3" fmla="*/ 0 h 175848"/>
                  <a:gd name="connsiteX4" fmla="*/ 173934 w 179799"/>
                  <a:gd name="connsiteY4" fmla="*/ 0 h 175848"/>
                  <a:gd name="connsiteX5" fmla="*/ 179799 w 179799"/>
                  <a:gd name="connsiteY5" fmla="*/ 5864 h 175848"/>
                  <a:gd name="connsiteX6" fmla="*/ 179799 w 179799"/>
                  <a:gd name="connsiteY6" fmla="*/ 175848 h 175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799" h="175848">
                    <a:moveTo>
                      <a:pt x="179799" y="175848"/>
                    </a:moveTo>
                    <a:lnTo>
                      <a:pt x="5866" y="175848"/>
                    </a:lnTo>
                    <a:cubicBezTo>
                      <a:pt x="5458" y="175848"/>
                      <a:pt x="0" y="170391"/>
                      <a:pt x="0" y="169984"/>
                    </a:cubicBezTo>
                    <a:lnTo>
                      <a:pt x="0" y="0"/>
                    </a:lnTo>
                    <a:lnTo>
                      <a:pt x="173934" y="0"/>
                    </a:lnTo>
                    <a:cubicBezTo>
                      <a:pt x="174341" y="0"/>
                      <a:pt x="179799" y="5457"/>
                      <a:pt x="179799" y="5864"/>
                    </a:cubicBezTo>
                    <a:lnTo>
                      <a:pt x="179799" y="175848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 170">
                <a:extLst>
                  <a:ext uri="{FF2B5EF4-FFF2-40B4-BE49-F238E27FC236}">
                    <a16:creationId xmlns:a16="http://schemas.microsoft.com/office/drawing/2014/main" id="{487D13B5-F79D-CD2B-6ABE-00345FB34A8E}"/>
                  </a:ext>
                </a:extLst>
              </p:cNvPr>
              <p:cNvSpPr/>
              <p:nvPr/>
            </p:nvSpPr>
            <p:spPr>
              <a:xfrm>
                <a:off x="3917282" y="52603"/>
                <a:ext cx="508196" cy="510114"/>
              </a:xfrm>
              <a:custGeom>
                <a:avLst/>
                <a:gdLst>
                  <a:gd name="connsiteX0" fmla="*/ 508115 w 508196"/>
                  <a:gd name="connsiteY0" fmla="*/ 0 h 510114"/>
                  <a:gd name="connsiteX1" fmla="*/ 508196 w 508196"/>
                  <a:gd name="connsiteY1" fmla="*/ 510115 h 510114"/>
                  <a:gd name="connsiteX2" fmla="*/ 0 w 508196"/>
                  <a:gd name="connsiteY2" fmla="*/ 506042 h 510114"/>
                  <a:gd name="connsiteX3" fmla="*/ 0 w 508196"/>
                  <a:gd name="connsiteY3" fmla="*/ 0 h 510114"/>
                  <a:gd name="connsiteX4" fmla="*/ 508115 w 508196"/>
                  <a:gd name="connsiteY4" fmla="*/ 0 h 51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196" h="510114">
                    <a:moveTo>
                      <a:pt x="508115" y="0"/>
                    </a:moveTo>
                    <a:lnTo>
                      <a:pt x="508196" y="510115"/>
                    </a:lnTo>
                    <a:lnTo>
                      <a:pt x="0" y="506042"/>
                    </a:lnTo>
                    <a:lnTo>
                      <a:pt x="0" y="0"/>
                    </a:lnTo>
                    <a:lnTo>
                      <a:pt x="508115" y="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 171">
                <a:extLst>
                  <a:ext uri="{FF2B5EF4-FFF2-40B4-BE49-F238E27FC236}">
                    <a16:creationId xmlns:a16="http://schemas.microsoft.com/office/drawing/2014/main" id="{79B66574-6BB2-530D-44C0-3717B24D1263}"/>
                  </a:ext>
                </a:extLst>
              </p:cNvPr>
              <p:cNvSpPr/>
              <p:nvPr/>
            </p:nvSpPr>
            <p:spPr>
              <a:xfrm>
                <a:off x="3917282" y="3065561"/>
                <a:ext cx="508196" cy="510114"/>
              </a:xfrm>
              <a:custGeom>
                <a:avLst/>
                <a:gdLst>
                  <a:gd name="connsiteX0" fmla="*/ 508115 w 508196"/>
                  <a:gd name="connsiteY0" fmla="*/ 0 h 510114"/>
                  <a:gd name="connsiteX1" fmla="*/ 508196 w 508196"/>
                  <a:gd name="connsiteY1" fmla="*/ 510115 h 510114"/>
                  <a:gd name="connsiteX2" fmla="*/ 0 w 508196"/>
                  <a:gd name="connsiteY2" fmla="*/ 507997 h 510114"/>
                  <a:gd name="connsiteX3" fmla="*/ 0 w 508196"/>
                  <a:gd name="connsiteY3" fmla="*/ 0 h 510114"/>
                  <a:gd name="connsiteX4" fmla="*/ 508115 w 508196"/>
                  <a:gd name="connsiteY4" fmla="*/ 0 h 51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196" h="510114">
                    <a:moveTo>
                      <a:pt x="508115" y="0"/>
                    </a:moveTo>
                    <a:lnTo>
                      <a:pt x="508196" y="510115"/>
                    </a:lnTo>
                    <a:lnTo>
                      <a:pt x="0" y="507997"/>
                    </a:lnTo>
                    <a:lnTo>
                      <a:pt x="0" y="0"/>
                    </a:lnTo>
                    <a:lnTo>
                      <a:pt x="508115" y="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 172">
                <a:extLst>
                  <a:ext uri="{FF2B5EF4-FFF2-40B4-BE49-F238E27FC236}">
                    <a16:creationId xmlns:a16="http://schemas.microsoft.com/office/drawing/2014/main" id="{D3507BBB-5C23-FC7D-3836-5C948FC8A3F1}"/>
                  </a:ext>
                </a:extLst>
              </p:cNvPr>
              <p:cNvSpPr/>
              <p:nvPr/>
            </p:nvSpPr>
            <p:spPr>
              <a:xfrm>
                <a:off x="6930939" y="3065561"/>
                <a:ext cx="511617" cy="517416"/>
              </a:xfrm>
              <a:custGeom>
                <a:avLst/>
                <a:gdLst>
                  <a:gd name="connsiteX0" fmla="*/ 508114 w 511617"/>
                  <a:gd name="connsiteY0" fmla="*/ 0 h 517416"/>
                  <a:gd name="connsiteX1" fmla="*/ 511617 w 511617"/>
                  <a:gd name="connsiteY1" fmla="*/ 505798 h 517416"/>
                  <a:gd name="connsiteX2" fmla="*/ 475120 w 511617"/>
                  <a:gd name="connsiteY2" fmla="*/ 512151 h 517416"/>
                  <a:gd name="connsiteX3" fmla="*/ 33076 w 511617"/>
                  <a:gd name="connsiteY3" fmla="*/ 512151 h 517416"/>
                  <a:gd name="connsiteX4" fmla="*/ 0 w 511617"/>
                  <a:gd name="connsiteY4" fmla="*/ 508079 h 517416"/>
                  <a:gd name="connsiteX5" fmla="*/ 0 w 511617"/>
                  <a:gd name="connsiteY5" fmla="*/ 82 h 517416"/>
                  <a:gd name="connsiteX6" fmla="*/ 508114 w 511617"/>
                  <a:gd name="connsiteY6" fmla="*/ 82 h 517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1617" h="517416">
                    <a:moveTo>
                      <a:pt x="508114" y="0"/>
                    </a:moveTo>
                    <a:lnTo>
                      <a:pt x="511617" y="505798"/>
                    </a:lnTo>
                    <a:cubicBezTo>
                      <a:pt x="510314" y="511663"/>
                      <a:pt x="482941" y="511825"/>
                      <a:pt x="475120" y="512151"/>
                    </a:cubicBezTo>
                    <a:cubicBezTo>
                      <a:pt x="341431" y="517852"/>
                      <a:pt x="165705" y="520377"/>
                      <a:pt x="33076" y="512151"/>
                    </a:cubicBezTo>
                    <a:cubicBezTo>
                      <a:pt x="21915" y="511499"/>
                      <a:pt x="11324" y="507101"/>
                      <a:pt x="0" y="508079"/>
                    </a:cubicBezTo>
                    <a:lnTo>
                      <a:pt x="0" y="82"/>
                    </a:lnTo>
                    <a:cubicBezTo>
                      <a:pt x="0" y="82"/>
                      <a:pt x="508114" y="82"/>
                      <a:pt x="508114" y="82"/>
                    </a:cubicBez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" name="Imagem 5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FA91C9AC-CAB7-17C2-D9B1-3310F77701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08"/>
          <a:stretch>
            <a:fillRect/>
          </a:stretch>
        </p:blipFill>
        <p:spPr>
          <a:xfrm>
            <a:off x="298308" y="201930"/>
            <a:ext cx="1164766" cy="768777"/>
          </a:xfrm>
          <a:prstGeom prst="rect">
            <a:avLst/>
          </a:prstGeom>
        </p:spPr>
      </p:pic>
      <p:grpSp>
        <p:nvGrpSpPr>
          <p:cNvPr id="50" name="Agrupar 49">
            <a:extLst>
              <a:ext uri="{FF2B5EF4-FFF2-40B4-BE49-F238E27FC236}">
                <a16:creationId xmlns:a16="http://schemas.microsoft.com/office/drawing/2014/main" id="{37661FA8-0F4E-0FA6-9742-E3FED10A19AC}"/>
              </a:ext>
            </a:extLst>
          </p:cNvPr>
          <p:cNvGrpSpPr/>
          <p:nvPr userDrawn="1"/>
        </p:nvGrpSpPr>
        <p:grpSpPr>
          <a:xfrm>
            <a:off x="6194480" y="6290887"/>
            <a:ext cx="5955900" cy="261610"/>
            <a:chOff x="5442346" y="6290887"/>
            <a:chExt cx="5955900" cy="261610"/>
          </a:xfrm>
        </p:grpSpPr>
        <p:grpSp>
          <p:nvGrpSpPr>
            <p:cNvPr id="12" name="Gráfico 2">
              <a:extLst>
                <a:ext uri="{FF2B5EF4-FFF2-40B4-BE49-F238E27FC236}">
                  <a16:creationId xmlns:a16="http://schemas.microsoft.com/office/drawing/2014/main" id="{6BAE99D4-C789-034B-9B9C-981E9010C0FB}"/>
                </a:ext>
              </a:extLst>
            </p:cNvPr>
            <p:cNvGrpSpPr/>
            <p:nvPr/>
          </p:nvGrpSpPr>
          <p:grpSpPr>
            <a:xfrm>
              <a:off x="5442346" y="6373891"/>
              <a:ext cx="90037" cy="115410"/>
              <a:chOff x="5651373" y="6203973"/>
              <a:chExt cx="83596" cy="107153"/>
            </a:xfrm>
            <a:solidFill>
              <a:srgbClr val="EE7518"/>
            </a:solidFill>
          </p:grpSpPr>
          <p:sp>
            <p:nvSpPr>
              <p:cNvPr id="35" name="Forma Livre 34">
                <a:extLst>
                  <a:ext uri="{FF2B5EF4-FFF2-40B4-BE49-F238E27FC236}">
                    <a16:creationId xmlns:a16="http://schemas.microsoft.com/office/drawing/2014/main" id="{C1989A4A-FDB6-4EA4-DB60-450E0724DDEE}"/>
                  </a:ext>
                </a:extLst>
              </p:cNvPr>
              <p:cNvSpPr/>
              <p:nvPr/>
            </p:nvSpPr>
            <p:spPr>
              <a:xfrm>
                <a:off x="5671469" y="6223531"/>
                <a:ext cx="43274" cy="43220"/>
              </a:xfrm>
              <a:custGeom>
                <a:avLst/>
                <a:gdLst>
                  <a:gd name="connsiteX0" fmla="*/ 21637 w 43274"/>
                  <a:gd name="connsiteY0" fmla="*/ 43221 h 43220"/>
                  <a:gd name="connsiteX1" fmla="*/ 0 w 43274"/>
                  <a:gd name="connsiteY1" fmla="*/ 21610 h 43220"/>
                  <a:gd name="connsiteX2" fmla="*/ 21637 w 43274"/>
                  <a:gd name="connsiteY2" fmla="*/ 0 h 43220"/>
                  <a:gd name="connsiteX3" fmla="*/ 43275 w 43274"/>
                  <a:gd name="connsiteY3" fmla="*/ 21610 h 43220"/>
                  <a:gd name="connsiteX4" fmla="*/ 21637 w 43274"/>
                  <a:gd name="connsiteY4" fmla="*/ 43221 h 43220"/>
                  <a:gd name="connsiteX5" fmla="*/ 21637 w 43274"/>
                  <a:gd name="connsiteY5" fmla="*/ 4938 h 43220"/>
                  <a:gd name="connsiteX6" fmla="*/ 5136 w 43274"/>
                  <a:gd name="connsiteY6" fmla="*/ 21418 h 43220"/>
                  <a:gd name="connsiteX7" fmla="*/ 21637 w 43274"/>
                  <a:gd name="connsiteY7" fmla="*/ 37898 h 43220"/>
                  <a:gd name="connsiteX8" fmla="*/ 38138 w 43274"/>
                  <a:gd name="connsiteY8" fmla="*/ 21418 h 43220"/>
                  <a:gd name="connsiteX9" fmla="*/ 21637 w 43274"/>
                  <a:gd name="connsiteY9" fmla="*/ 4938 h 43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274" h="43220">
                    <a:moveTo>
                      <a:pt x="21637" y="43221"/>
                    </a:moveTo>
                    <a:cubicBezTo>
                      <a:pt x="9823" y="43221"/>
                      <a:pt x="0" y="33474"/>
                      <a:pt x="0" y="21610"/>
                    </a:cubicBezTo>
                    <a:cubicBezTo>
                      <a:pt x="0" y="9747"/>
                      <a:pt x="9759" y="0"/>
                      <a:pt x="21637" y="0"/>
                    </a:cubicBezTo>
                    <a:cubicBezTo>
                      <a:pt x="33515" y="0"/>
                      <a:pt x="43275" y="9747"/>
                      <a:pt x="43275" y="21610"/>
                    </a:cubicBezTo>
                    <a:cubicBezTo>
                      <a:pt x="43275" y="33474"/>
                      <a:pt x="33515" y="43221"/>
                      <a:pt x="21637" y="43221"/>
                    </a:cubicBezTo>
                    <a:close/>
                    <a:moveTo>
                      <a:pt x="21637" y="4938"/>
                    </a:moveTo>
                    <a:cubicBezTo>
                      <a:pt x="12456" y="4938"/>
                      <a:pt x="5136" y="12248"/>
                      <a:pt x="5136" y="21418"/>
                    </a:cubicBezTo>
                    <a:cubicBezTo>
                      <a:pt x="5136" y="30588"/>
                      <a:pt x="12456" y="37898"/>
                      <a:pt x="21637" y="37898"/>
                    </a:cubicBezTo>
                    <a:cubicBezTo>
                      <a:pt x="30819" y="37898"/>
                      <a:pt x="38138" y="30588"/>
                      <a:pt x="38138" y="21418"/>
                    </a:cubicBezTo>
                    <a:cubicBezTo>
                      <a:pt x="38138" y="12248"/>
                      <a:pt x="30819" y="4938"/>
                      <a:pt x="21637" y="4938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 35">
                <a:extLst>
                  <a:ext uri="{FF2B5EF4-FFF2-40B4-BE49-F238E27FC236}">
                    <a16:creationId xmlns:a16="http://schemas.microsoft.com/office/drawing/2014/main" id="{CBD22335-9AAC-CF13-55A5-C390CDDAFD75}"/>
                  </a:ext>
                </a:extLst>
              </p:cNvPr>
              <p:cNvSpPr/>
              <p:nvPr/>
            </p:nvSpPr>
            <p:spPr>
              <a:xfrm>
                <a:off x="5651373" y="6203973"/>
                <a:ext cx="83596" cy="107153"/>
              </a:xfrm>
              <a:custGeom>
                <a:avLst/>
                <a:gdLst>
                  <a:gd name="connsiteX0" fmla="*/ 41927 w 83596"/>
                  <a:gd name="connsiteY0" fmla="*/ 107154 h 107153"/>
                  <a:gd name="connsiteX1" fmla="*/ 40322 w 83596"/>
                  <a:gd name="connsiteY1" fmla="*/ 106513 h 107153"/>
                  <a:gd name="connsiteX2" fmla="*/ 12007 w 83596"/>
                  <a:gd name="connsiteY2" fmla="*/ 75540 h 107153"/>
                  <a:gd name="connsiteX3" fmla="*/ 0 w 83596"/>
                  <a:gd name="connsiteY3" fmla="*/ 41746 h 107153"/>
                  <a:gd name="connsiteX4" fmla="*/ 41798 w 83596"/>
                  <a:gd name="connsiteY4" fmla="*/ 0 h 107153"/>
                  <a:gd name="connsiteX5" fmla="*/ 83596 w 83596"/>
                  <a:gd name="connsiteY5" fmla="*/ 41746 h 107153"/>
                  <a:gd name="connsiteX6" fmla="*/ 69921 w 83596"/>
                  <a:gd name="connsiteY6" fmla="*/ 76951 h 107153"/>
                  <a:gd name="connsiteX7" fmla="*/ 43403 w 83596"/>
                  <a:gd name="connsiteY7" fmla="*/ 106449 h 107153"/>
                  <a:gd name="connsiteX8" fmla="*/ 41991 w 83596"/>
                  <a:gd name="connsiteY8" fmla="*/ 107090 h 107153"/>
                  <a:gd name="connsiteX9" fmla="*/ 41734 w 83596"/>
                  <a:gd name="connsiteY9" fmla="*/ 5322 h 107153"/>
                  <a:gd name="connsiteX10" fmla="*/ 5008 w 83596"/>
                  <a:gd name="connsiteY10" fmla="*/ 42002 h 107153"/>
                  <a:gd name="connsiteX11" fmla="*/ 41927 w 83596"/>
                  <a:gd name="connsiteY11" fmla="*/ 101254 h 107153"/>
                  <a:gd name="connsiteX12" fmla="*/ 78396 w 83596"/>
                  <a:gd name="connsiteY12" fmla="*/ 41810 h 107153"/>
                  <a:gd name="connsiteX13" fmla="*/ 41670 w 83596"/>
                  <a:gd name="connsiteY13" fmla="*/ 5387 h 107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3596" h="107153">
                    <a:moveTo>
                      <a:pt x="41927" y="107154"/>
                    </a:moveTo>
                    <a:cubicBezTo>
                      <a:pt x="41284" y="107154"/>
                      <a:pt x="40707" y="106962"/>
                      <a:pt x="40322" y="106513"/>
                    </a:cubicBezTo>
                    <a:cubicBezTo>
                      <a:pt x="29086" y="97535"/>
                      <a:pt x="19133" y="86377"/>
                      <a:pt x="12007" y="75540"/>
                    </a:cubicBezTo>
                    <a:cubicBezTo>
                      <a:pt x="4045" y="63292"/>
                      <a:pt x="0" y="51685"/>
                      <a:pt x="0" y="41746"/>
                    </a:cubicBezTo>
                    <a:cubicBezTo>
                      <a:pt x="0" y="18725"/>
                      <a:pt x="18748" y="0"/>
                      <a:pt x="41798" y="0"/>
                    </a:cubicBezTo>
                    <a:cubicBezTo>
                      <a:pt x="64848" y="0"/>
                      <a:pt x="83596" y="18725"/>
                      <a:pt x="83596" y="41746"/>
                    </a:cubicBezTo>
                    <a:cubicBezTo>
                      <a:pt x="83596" y="51108"/>
                      <a:pt x="78717" y="63741"/>
                      <a:pt x="69921" y="76951"/>
                    </a:cubicBezTo>
                    <a:cubicBezTo>
                      <a:pt x="62151" y="88558"/>
                      <a:pt x="52392" y="99523"/>
                      <a:pt x="43403" y="106449"/>
                    </a:cubicBezTo>
                    <a:cubicBezTo>
                      <a:pt x="43018" y="106833"/>
                      <a:pt x="42569" y="107090"/>
                      <a:pt x="41991" y="107090"/>
                    </a:cubicBezTo>
                    <a:close/>
                    <a:moveTo>
                      <a:pt x="41734" y="5322"/>
                    </a:moveTo>
                    <a:cubicBezTo>
                      <a:pt x="21573" y="5322"/>
                      <a:pt x="5008" y="21803"/>
                      <a:pt x="5008" y="42002"/>
                    </a:cubicBezTo>
                    <a:cubicBezTo>
                      <a:pt x="5008" y="59316"/>
                      <a:pt x="19711" y="82914"/>
                      <a:pt x="41927" y="101254"/>
                    </a:cubicBezTo>
                    <a:cubicBezTo>
                      <a:pt x="59070" y="87211"/>
                      <a:pt x="78396" y="58931"/>
                      <a:pt x="78396" y="41810"/>
                    </a:cubicBezTo>
                    <a:cubicBezTo>
                      <a:pt x="78396" y="21674"/>
                      <a:pt x="61895" y="5387"/>
                      <a:pt x="41670" y="5387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10451110-389B-FA8D-1CE2-0FDAD7EA6DC4}"/>
                </a:ext>
              </a:extLst>
            </p:cNvPr>
            <p:cNvSpPr txBox="1"/>
            <p:nvPr userDrawn="1"/>
          </p:nvSpPr>
          <p:spPr>
            <a:xfrm>
              <a:off x="5485976" y="6290887"/>
              <a:ext cx="59122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b="0" i="0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Paraná</a:t>
              </a:r>
              <a:r>
                <a:rPr lang="pt-BR" sz="1100" b="0" i="0" kern="1200" dirty="0">
                  <a:solidFill>
                    <a:schemeClr val="bg1"/>
                  </a:solidFill>
                  <a:effectLst/>
                  <a:latin typeface="Aptos Light" panose="020B0004020202020204" pitchFamily="34" charset="0"/>
                  <a:ea typeface="+mn-ea"/>
                  <a:cs typeface="+mn-cs"/>
                </a:rPr>
                <a:t>   |   </a:t>
              </a:r>
              <a:r>
                <a:rPr lang="pt-BR" sz="1100" b="0" i="0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São Paulo   </a:t>
              </a:r>
              <a:r>
                <a:rPr lang="pt-BR" sz="1100" b="0" i="0" kern="1200" dirty="0">
                  <a:solidFill>
                    <a:schemeClr val="bg1"/>
                  </a:solidFill>
                  <a:effectLst/>
                  <a:latin typeface="Aptos Light" panose="020B0004020202020204" pitchFamily="34" charset="0"/>
                  <a:ea typeface="+mn-ea"/>
                  <a:cs typeface="+mn-cs"/>
                </a:rPr>
                <a:t>|   </a:t>
              </a:r>
              <a:r>
                <a:rPr lang="pt-BR" sz="1100" b="0" i="0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Mato Grosso   </a:t>
              </a:r>
              <a:r>
                <a:rPr lang="pt-BR" sz="1100" b="0" i="0" kern="1200" dirty="0">
                  <a:solidFill>
                    <a:schemeClr val="bg1"/>
                  </a:solidFill>
                  <a:effectLst/>
                  <a:latin typeface="Aptos Light" panose="020B0004020202020204" pitchFamily="34" charset="0"/>
                  <a:ea typeface="+mn-ea"/>
                  <a:cs typeface="+mn-cs"/>
                </a:rPr>
                <a:t>|   Rio Grande do Sul   |   Santa Catarina   |     Chicago-USA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93315378-E0BA-50D6-6E9B-D892157A035A}"/>
              </a:ext>
            </a:extLst>
          </p:cNvPr>
          <p:cNvGrpSpPr/>
          <p:nvPr userDrawn="1"/>
        </p:nvGrpSpPr>
        <p:grpSpPr>
          <a:xfrm>
            <a:off x="316908" y="6292754"/>
            <a:ext cx="5858226" cy="262721"/>
            <a:chOff x="5442346" y="5964387"/>
            <a:chExt cx="5858226" cy="262721"/>
          </a:xfrm>
        </p:grpSpPr>
        <p:grpSp>
          <p:nvGrpSpPr>
            <p:cNvPr id="13" name="Gráfico 2">
              <a:extLst>
                <a:ext uri="{FF2B5EF4-FFF2-40B4-BE49-F238E27FC236}">
                  <a16:creationId xmlns:a16="http://schemas.microsoft.com/office/drawing/2014/main" id="{6B28B5BC-2987-D029-083E-4901EB40A418}"/>
                </a:ext>
              </a:extLst>
            </p:cNvPr>
            <p:cNvGrpSpPr/>
            <p:nvPr/>
          </p:nvGrpSpPr>
          <p:grpSpPr>
            <a:xfrm>
              <a:off x="8328570" y="6066320"/>
              <a:ext cx="135615" cy="96417"/>
              <a:chOff x="3848980" y="6220517"/>
              <a:chExt cx="125913" cy="89519"/>
            </a:xfrm>
            <a:solidFill>
              <a:srgbClr val="EE7518"/>
            </a:solidFill>
          </p:grpSpPr>
          <p:sp>
            <p:nvSpPr>
              <p:cNvPr id="33" name="Forma Livre 32">
                <a:extLst>
                  <a:ext uri="{FF2B5EF4-FFF2-40B4-BE49-F238E27FC236}">
                    <a16:creationId xmlns:a16="http://schemas.microsoft.com/office/drawing/2014/main" id="{AB0DCD66-BFE4-C3DD-F191-34AB4C5AA35A}"/>
                  </a:ext>
                </a:extLst>
              </p:cNvPr>
              <p:cNvSpPr/>
              <p:nvPr/>
            </p:nvSpPr>
            <p:spPr>
              <a:xfrm>
                <a:off x="3848980" y="6220517"/>
                <a:ext cx="125913" cy="89519"/>
              </a:xfrm>
              <a:custGeom>
                <a:avLst/>
                <a:gdLst>
                  <a:gd name="connsiteX0" fmla="*/ 113902 w 125913"/>
                  <a:gd name="connsiteY0" fmla="*/ 89455 h 89519"/>
                  <a:gd name="connsiteX1" fmla="*/ 12135 w 125913"/>
                  <a:gd name="connsiteY1" fmla="*/ 89455 h 89519"/>
                  <a:gd name="connsiteX2" fmla="*/ 0 w 125913"/>
                  <a:gd name="connsiteY2" fmla="*/ 77336 h 89519"/>
                  <a:gd name="connsiteX3" fmla="*/ 0 w 125913"/>
                  <a:gd name="connsiteY3" fmla="*/ 12120 h 89519"/>
                  <a:gd name="connsiteX4" fmla="*/ 4366 w 125913"/>
                  <a:gd name="connsiteY4" fmla="*/ 2821 h 89519"/>
                  <a:gd name="connsiteX5" fmla="*/ 11942 w 125913"/>
                  <a:gd name="connsiteY5" fmla="*/ 0 h 89519"/>
                  <a:gd name="connsiteX6" fmla="*/ 113709 w 125913"/>
                  <a:gd name="connsiteY6" fmla="*/ 0 h 89519"/>
                  <a:gd name="connsiteX7" fmla="*/ 119809 w 125913"/>
                  <a:gd name="connsiteY7" fmla="*/ 1539 h 89519"/>
                  <a:gd name="connsiteX8" fmla="*/ 125908 w 125913"/>
                  <a:gd name="connsiteY8" fmla="*/ 11927 h 89519"/>
                  <a:gd name="connsiteX9" fmla="*/ 125908 w 125913"/>
                  <a:gd name="connsiteY9" fmla="*/ 77143 h 89519"/>
                  <a:gd name="connsiteX10" fmla="*/ 113966 w 125913"/>
                  <a:gd name="connsiteY10" fmla="*/ 89519 h 89519"/>
                  <a:gd name="connsiteX11" fmla="*/ 12071 w 125913"/>
                  <a:gd name="connsiteY11" fmla="*/ 5579 h 89519"/>
                  <a:gd name="connsiteX12" fmla="*/ 7961 w 125913"/>
                  <a:gd name="connsiteY12" fmla="*/ 7118 h 89519"/>
                  <a:gd name="connsiteX13" fmla="*/ 5586 w 125913"/>
                  <a:gd name="connsiteY13" fmla="*/ 12312 h 89519"/>
                  <a:gd name="connsiteX14" fmla="*/ 5586 w 125913"/>
                  <a:gd name="connsiteY14" fmla="*/ 77528 h 89519"/>
                  <a:gd name="connsiteX15" fmla="*/ 12328 w 125913"/>
                  <a:gd name="connsiteY15" fmla="*/ 84261 h 89519"/>
                  <a:gd name="connsiteX16" fmla="*/ 114094 w 125913"/>
                  <a:gd name="connsiteY16" fmla="*/ 84261 h 89519"/>
                  <a:gd name="connsiteX17" fmla="*/ 120836 w 125913"/>
                  <a:gd name="connsiteY17" fmla="*/ 77528 h 89519"/>
                  <a:gd name="connsiteX18" fmla="*/ 120836 w 125913"/>
                  <a:gd name="connsiteY18" fmla="*/ 12056 h 89519"/>
                  <a:gd name="connsiteX19" fmla="*/ 117562 w 125913"/>
                  <a:gd name="connsiteY19" fmla="*/ 6220 h 89519"/>
                  <a:gd name="connsiteX20" fmla="*/ 114287 w 125913"/>
                  <a:gd name="connsiteY20" fmla="*/ 5322 h 89519"/>
                  <a:gd name="connsiteX21" fmla="*/ 12071 w 125913"/>
                  <a:gd name="connsiteY21" fmla="*/ 5322 h 89519"/>
                  <a:gd name="connsiteX22" fmla="*/ 12071 w 125913"/>
                  <a:gd name="connsiteY22" fmla="*/ 5515 h 89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5913" h="89519">
                    <a:moveTo>
                      <a:pt x="113902" y="89455"/>
                    </a:moveTo>
                    <a:lnTo>
                      <a:pt x="12135" y="89455"/>
                    </a:lnTo>
                    <a:cubicBezTo>
                      <a:pt x="5393" y="89455"/>
                      <a:pt x="0" y="84005"/>
                      <a:pt x="0" y="77336"/>
                    </a:cubicBezTo>
                    <a:lnTo>
                      <a:pt x="0" y="12120"/>
                    </a:lnTo>
                    <a:cubicBezTo>
                      <a:pt x="0" y="8465"/>
                      <a:pt x="1541" y="5194"/>
                      <a:pt x="4366" y="2821"/>
                    </a:cubicBezTo>
                    <a:cubicBezTo>
                      <a:pt x="6549" y="1090"/>
                      <a:pt x="9117" y="0"/>
                      <a:pt x="11942" y="0"/>
                    </a:cubicBezTo>
                    <a:lnTo>
                      <a:pt x="113709" y="0"/>
                    </a:lnTo>
                    <a:cubicBezTo>
                      <a:pt x="115892" y="0"/>
                      <a:pt x="117818" y="641"/>
                      <a:pt x="119809" y="1539"/>
                    </a:cubicBezTo>
                    <a:cubicBezTo>
                      <a:pt x="123468" y="3719"/>
                      <a:pt x="125908" y="7631"/>
                      <a:pt x="125908" y="11927"/>
                    </a:cubicBezTo>
                    <a:lnTo>
                      <a:pt x="125908" y="77143"/>
                    </a:lnTo>
                    <a:cubicBezTo>
                      <a:pt x="126101" y="84069"/>
                      <a:pt x="120708" y="89519"/>
                      <a:pt x="113966" y="89519"/>
                    </a:cubicBezTo>
                    <a:close/>
                    <a:moveTo>
                      <a:pt x="12071" y="5579"/>
                    </a:moveTo>
                    <a:cubicBezTo>
                      <a:pt x="10530" y="5579"/>
                      <a:pt x="9053" y="6028"/>
                      <a:pt x="7961" y="7118"/>
                    </a:cubicBezTo>
                    <a:cubicBezTo>
                      <a:pt x="6421" y="8400"/>
                      <a:pt x="5586" y="10132"/>
                      <a:pt x="5586" y="12312"/>
                    </a:cubicBezTo>
                    <a:lnTo>
                      <a:pt x="5586" y="77528"/>
                    </a:lnTo>
                    <a:cubicBezTo>
                      <a:pt x="5586" y="81183"/>
                      <a:pt x="8604" y="84261"/>
                      <a:pt x="12328" y="84261"/>
                    </a:cubicBezTo>
                    <a:lnTo>
                      <a:pt x="114094" y="84261"/>
                    </a:lnTo>
                    <a:cubicBezTo>
                      <a:pt x="117754" y="84261"/>
                      <a:pt x="120836" y="81247"/>
                      <a:pt x="120836" y="77528"/>
                    </a:cubicBezTo>
                    <a:lnTo>
                      <a:pt x="120836" y="12056"/>
                    </a:lnTo>
                    <a:cubicBezTo>
                      <a:pt x="120836" y="9683"/>
                      <a:pt x="119552" y="7503"/>
                      <a:pt x="117562" y="6220"/>
                    </a:cubicBezTo>
                    <a:cubicBezTo>
                      <a:pt x="116470" y="5579"/>
                      <a:pt x="115378" y="5322"/>
                      <a:pt x="114287" y="5322"/>
                    </a:cubicBezTo>
                    <a:lnTo>
                      <a:pt x="12071" y="5322"/>
                    </a:lnTo>
                    <a:lnTo>
                      <a:pt x="12071" y="5515"/>
                    </a:ln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 33">
                <a:extLst>
                  <a:ext uri="{FF2B5EF4-FFF2-40B4-BE49-F238E27FC236}">
                    <a16:creationId xmlns:a16="http://schemas.microsoft.com/office/drawing/2014/main" id="{7E36E323-AF2B-7E6F-DF66-5ED0D0E8832D}"/>
                  </a:ext>
                </a:extLst>
              </p:cNvPr>
              <p:cNvSpPr/>
              <p:nvPr/>
            </p:nvSpPr>
            <p:spPr>
              <a:xfrm>
                <a:off x="3855480" y="6223163"/>
                <a:ext cx="114126" cy="56927"/>
              </a:xfrm>
              <a:custGeom>
                <a:avLst/>
                <a:gdLst>
                  <a:gd name="connsiteX0" fmla="*/ 56999 w 114126"/>
                  <a:gd name="connsiteY0" fmla="*/ 56928 h 56927"/>
                  <a:gd name="connsiteX1" fmla="*/ 55073 w 114126"/>
                  <a:gd name="connsiteY1" fmla="*/ 56286 h 56927"/>
                  <a:gd name="connsiteX2" fmla="*/ 819 w 114126"/>
                  <a:gd name="connsiteY2" fmla="*/ 4729 h 56927"/>
                  <a:gd name="connsiteX3" fmla="*/ 819 w 114126"/>
                  <a:gd name="connsiteY3" fmla="*/ 818 h 56927"/>
                  <a:gd name="connsiteX4" fmla="*/ 4735 w 114126"/>
                  <a:gd name="connsiteY4" fmla="*/ 818 h 56927"/>
                  <a:gd name="connsiteX5" fmla="*/ 57063 w 114126"/>
                  <a:gd name="connsiteY5" fmla="*/ 50451 h 56927"/>
                  <a:gd name="connsiteX6" fmla="*/ 109391 w 114126"/>
                  <a:gd name="connsiteY6" fmla="*/ 818 h 56927"/>
                  <a:gd name="connsiteX7" fmla="*/ 113308 w 114126"/>
                  <a:gd name="connsiteY7" fmla="*/ 818 h 56927"/>
                  <a:gd name="connsiteX8" fmla="*/ 113308 w 114126"/>
                  <a:gd name="connsiteY8" fmla="*/ 4729 h 56927"/>
                  <a:gd name="connsiteX9" fmla="*/ 59053 w 114126"/>
                  <a:gd name="connsiteY9" fmla="*/ 56286 h 56927"/>
                  <a:gd name="connsiteX10" fmla="*/ 57127 w 114126"/>
                  <a:gd name="connsiteY10" fmla="*/ 56928 h 56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126" h="56927">
                    <a:moveTo>
                      <a:pt x="56999" y="56928"/>
                    </a:moveTo>
                    <a:cubicBezTo>
                      <a:pt x="56357" y="56928"/>
                      <a:pt x="55715" y="56735"/>
                      <a:pt x="55073" y="56286"/>
                    </a:cubicBezTo>
                    <a:lnTo>
                      <a:pt x="819" y="4729"/>
                    </a:lnTo>
                    <a:cubicBezTo>
                      <a:pt x="-273" y="3639"/>
                      <a:pt x="-273" y="1908"/>
                      <a:pt x="819" y="818"/>
                    </a:cubicBezTo>
                    <a:cubicBezTo>
                      <a:pt x="1910" y="-273"/>
                      <a:pt x="3644" y="-273"/>
                      <a:pt x="4735" y="818"/>
                    </a:cubicBezTo>
                    <a:lnTo>
                      <a:pt x="57063" y="50451"/>
                    </a:lnTo>
                    <a:lnTo>
                      <a:pt x="109391" y="818"/>
                    </a:lnTo>
                    <a:cubicBezTo>
                      <a:pt x="110483" y="-273"/>
                      <a:pt x="112216" y="-273"/>
                      <a:pt x="113308" y="818"/>
                    </a:cubicBezTo>
                    <a:cubicBezTo>
                      <a:pt x="114399" y="1908"/>
                      <a:pt x="114399" y="3639"/>
                      <a:pt x="113308" y="4729"/>
                    </a:cubicBezTo>
                    <a:lnTo>
                      <a:pt x="59053" y="56286"/>
                    </a:lnTo>
                    <a:cubicBezTo>
                      <a:pt x="58412" y="56479"/>
                      <a:pt x="57769" y="56928"/>
                      <a:pt x="57127" y="56928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4" name="Gráfico 2">
              <a:extLst>
                <a:ext uri="{FF2B5EF4-FFF2-40B4-BE49-F238E27FC236}">
                  <a16:creationId xmlns:a16="http://schemas.microsoft.com/office/drawing/2014/main" id="{B0DAB4EA-715A-8FEB-87D1-4199AC79881F}"/>
                </a:ext>
              </a:extLst>
            </p:cNvPr>
            <p:cNvGrpSpPr/>
            <p:nvPr/>
          </p:nvGrpSpPr>
          <p:grpSpPr>
            <a:xfrm>
              <a:off x="6883213" y="6041043"/>
              <a:ext cx="125306" cy="125287"/>
              <a:chOff x="2307456" y="6197047"/>
              <a:chExt cx="116341" cy="116323"/>
            </a:xfrm>
            <a:solidFill>
              <a:srgbClr val="EE7518"/>
            </a:solidFill>
          </p:grpSpPr>
          <p:sp>
            <p:nvSpPr>
              <p:cNvPr id="23" name="Forma Livre 22">
                <a:extLst>
                  <a:ext uri="{FF2B5EF4-FFF2-40B4-BE49-F238E27FC236}">
                    <a16:creationId xmlns:a16="http://schemas.microsoft.com/office/drawing/2014/main" id="{3F431CDD-21F0-3A24-C39D-235B26A7412C}"/>
                  </a:ext>
                </a:extLst>
              </p:cNvPr>
              <p:cNvSpPr/>
              <p:nvPr/>
            </p:nvSpPr>
            <p:spPr>
              <a:xfrm>
                <a:off x="2307456" y="6197047"/>
                <a:ext cx="116341" cy="116323"/>
              </a:xfrm>
              <a:custGeom>
                <a:avLst/>
                <a:gdLst>
                  <a:gd name="connsiteX0" fmla="*/ 58171 w 116341"/>
                  <a:gd name="connsiteY0" fmla="*/ 116196 h 116323"/>
                  <a:gd name="connsiteX1" fmla="*/ 0 w 116341"/>
                  <a:gd name="connsiteY1" fmla="*/ 58098 h 116323"/>
                  <a:gd name="connsiteX2" fmla="*/ 58171 w 116341"/>
                  <a:gd name="connsiteY2" fmla="*/ 0 h 116323"/>
                  <a:gd name="connsiteX3" fmla="*/ 116341 w 116341"/>
                  <a:gd name="connsiteY3" fmla="*/ 58098 h 116323"/>
                  <a:gd name="connsiteX4" fmla="*/ 110499 w 116341"/>
                  <a:gd name="connsiteY4" fmla="*/ 83492 h 116323"/>
                  <a:gd name="connsiteX5" fmla="*/ 107224 w 116341"/>
                  <a:gd name="connsiteY5" fmla="*/ 84646 h 116323"/>
                  <a:gd name="connsiteX6" fmla="*/ 106068 w 116341"/>
                  <a:gd name="connsiteY6" fmla="*/ 81375 h 116323"/>
                  <a:gd name="connsiteX7" fmla="*/ 111398 w 116341"/>
                  <a:gd name="connsiteY7" fmla="*/ 58162 h 116323"/>
                  <a:gd name="connsiteX8" fmla="*/ 58106 w 116341"/>
                  <a:gd name="connsiteY8" fmla="*/ 4938 h 116323"/>
                  <a:gd name="connsiteX9" fmla="*/ 4815 w 116341"/>
                  <a:gd name="connsiteY9" fmla="*/ 58162 h 116323"/>
                  <a:gd name="connsiteX10" fmla="*/ 58106 w 116341"/>
                  <a:gd name="connsiteY10" fmla="*/ 111386 h 116323"/>
                  <a:gd name="connsiteX11" fmla="*/ 74672 w 116341"/>
                  <a:gd name="connsiteY11" fmla="*/ 108757 h 116323"/>
                  <a:gd name="connsiteX12" fmla="*/ 77753 w 116341"/>
                  <a:gd name="connsiteY12" fmla="*/ 110360 h 116323"/>
                  <a:gd name="connsiteX13" fmla="*/ 76148 w 116341"/>
                  <a:gd name="connsiteY13" fmla="*/ 113438 h 116323"/>
                  <a:gd name="connsiteX14" fmla="*/ 58042 w 116341"/>
                  <a:gd name="connsiteY14" fmla="*/ 116324 h 116323"/>
                  <a:gd name="connsiteX15" fmla="*/ 58042 w 116341"/>
                  <a:gd name="connsiteY15" fmla="*/ 116324 h 116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6341" h="116323">
                    <a:moveTo>
                      <a:pt x="58171" y="116196"/>
                    </a:moveTo>
                    <a:cubicBezTo>
                      <a:pt x="26068" y="116196"/>
                      <a:pt x="0" y="90096"/>
                      <a:pt x="0" y="58098"/>
                    </a:cubicBezTo>
                    <a:cubicBezTo>
                      <a:pt x="0" y="26099"/>
                      <a:pt x="26132" y="0"/>
                      <a:pt x="58171" y="0"/>
                    </a:cubicBezTo>
                    <a:cubicBezTo>
                      <a:pt x="90209" y="0"/>
                      <a:pt x="116341" y="26099"/>
                      <a:pt x="116341" y="58098"/>
                    </a:cubicBezTo>
                    <a:cubicBezTo>
                      <a:pt x="116341" y="67011"/>
                      <a:pt x="114351" y="75540"/>
                      <a:pt x="110499" y="83492"/>
                    </a:cubicBezTo>
                    <a:cubicBezTo>
                      <a:pt x="109921" y="84710"/>
                      <a:pt x="108444" y="85223"/>
                      <a:pt x="107224" y="84646"/>
                    </a:cubicBezTo>
                    <a:cubicBezTo>
                      <a:pt x="106004" y="84069"/>
                      <a:pt x="105491" y="82594"/>
                      <a:pt x="106068" y="81375"/>
                    </a:cubicBezTo>
                    <a:cubicBezTo>
                      <a:pt x="109600" y="74129"/>
                      <a:pt x="111398" y="66306"/>
                      <a:pt x="111398" y="58162"/>
                    </a:cubicBezTo>
                    <a:cubicBezTo>
                      <a:pt x="111398" y="28792"/>
                      <a:pt x="87513" y="4938"/>
                      <a:pt x="58106" y="4938"/>
                    </a:cubicBezTo>
                    <a:cubicBezTo>
                      <a:pt x="28700" y="4938"/>
                      <a:pt x="4815" y="28792"/>
                      <a:pt x="4815" y="58162"/>
                    </a:cubicBezTo>
                    <a:cubicBezTo>
                      <a:pt x="4815" y="87531"/>
                      <a:pt x="28700" y="111386"/>
                      <a:pt x="58106" y="111386"/>
                    </a:cubicBezTo>
                    <a:cubicBezTo>
                      <a:pt x="63757" y="111386"/>
                      <a:pt x="69343" y="110488"/>
                      <a:pt x="74672" y="108757"/>
                    </a:cubicBezTo>
                    <a:cubicBezTo>
                      <a:pt x="75956" y="108308"/>
                      <a:pt x="77368" y="109014"/>
                      <a:pt x="77753" y="110360"/>
                    </a:cubicBezTo>
                    <a:cubicBezTo>
                      <a:pt x="78139" y="111707"/>
                      <a:pt x="77497" y="113053"/>
                      <a:pt x="76148" y="113438"/>
                    </a:cubicBezTo>
                    <a:cubicBezTo>
                      <a:pt x="70370" y="115362"/>
                      <a:pt x="64270" y="116324"/>
                      <a:pt x="58042" y="116324"/>
                    </a:cubicBezTo>
                    <a:lnTo>
                      <a:pt x="58042" y="116324"/>
                    </a:ln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 23">
                <a:extLst>
                  <a:ext uri="{FF2B5EF4-FFF2-40B4-BE49-F238E27FC236}">
                    <a16:creationId xmlns:a16="http://schemas.microsoft.com/office/drawing/2014/main" id="{2A63E946-A9D8-A13A-E826-E06FBE31CCEA}"/>
                  </a:ext>
                </a:extLst>
              </p:cNvPr>
              <p:cNvSpPr/>
              <p:nvPr/>
            </p:nvSpPr>
            <p:spPr>
              <a:xfrm>
                <a:off x="2333138" y="6197047"/>
                <a:ext cx="64976" cy="116195"/>
              </a:xfrm>
              <a:custGeom>
                <a:avLst/>
                <a:gdLst>
                  <a:gd name="connsiteX0" fmla="*/ 32488 w 64976"/>
                  <a:gd name="connsiteY0" fmla="*/ 116196 h 116195"/>
                  <a:gd name="connsiteX1" fmla="*/ 0 w 64976"/>
                  <a:gd name="connsiteY1" fmla="*/ 58098 h 116195"/>
                  <a:gd name="connsiteX2" fmla="*/ 32488 w 64976"/>
                  <a:gd name="connsiteY2" fmla="*/ 0 h 116195"/>
                  <a:gd name="connsiteX3" fmla="*/ 64977 w 64976"/>
                  <a:gd name="connsiteY3" fmla="*/ 58098 h 116195"/>
                  <a:gd name="connsiteX4" fmla="*/ 63371 w 64976"/>
                  <a:gd name="connsiteY4" fmla="*/ 76309 h 116195"/>
                  <a:gd name="connsiteX5" fmla="*/ 60482 w 64976"/>
                  <a:gd name="connsiteY5" fmla="*/ 78297 h 116195"/>
                  <a:gd name="connsiteX6" fmla="*/ 58492 w 64976"/>
                  <a:gd name="connsiteY6" fmla="*/ 75412 h 116195"/>
                  <a:gd name="connsiteX7" fmla="*/ 60033 w 64976"/>
                  <a:gd name="connsiteY7" fmla="*/ 58098 h 116195"/>
                  <a:gd name="connsiteX8" fmla="*/ 32488 w 64976"/>
                  <a:gd name="connsiteY8" fmla="*/ 4874 h 116195"/>
                  <a:gd name="connsiteX9" fmla="*/ 4944 w 64976"/>
                  <a:gd name="connsiteY9" fmla="*/ 58098 h 116195"/>
                  <a:gd name="connsiteX10" fmla="*/ 32488 w 64976"/>
                  <a:gd name="connsiteY10" fmla="*/ 111322 h 116195"/>
                  <a:gd name="connsiteX11" fmla="*/ 34928 w 64976"/>
                  <a:gd name="connsiteY11" fmla="*/ 113759 h 116195"/>
                  <a:gd name="connsiteX12" fmla="*/ 32488 w 64976"/>
                  <a:gd name="connsiteY12" fmla="*/ 116196 h 116195"/>
                  <a:gd name="connsiteX13" fmla="*/ 32488 w 64976"/>
                  <a:gd name="connsiteY13" fmla="*/ 116196 h 116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4976" h="116195">
                    <a:moveTo>
                      <a:pt x="32488" y="116196"/>
                    </a:moveTo>
                    <a:cubicBezTo>
                      <a:pt x="14254" y="116196"/>
                      <a:pt x="0" y="90674"/>
                      <a:pt x="0" y="58098"/>
                    </a:cubicBezTo>
                    <a:cubicBezTo>
                      <a:pt x="0" y="25522"/>
                      <a:pt x="14254" y="0"/>
                      <a:pt x="32488" y="0"/>
                    </a:cubicBezTo>
                    <a:cubicBezTo>
                      <a:pt x="50723" y="0"/>
                      <a:pt x="64977" y="25522"/>
                      <a:pt x="64977" y="58098"/>
                    </a:cubicBezTo>
                    <a:cubicBezTo>
                      <a:pt x="64977" y="64318"/>
                      <a:pt x="64463" y="70410"/>
                      <a:pt x="63371" y="76309"/>
                    </a:cubicBezTo>
                    <a:cubicBezTo>
                      <a:pt x="63114" y="77656"/>
                      <a:pt x="61830" y="78554"/>
                      <a:pt x="60482" y="78297"/>
                    </a:cubicBezTo>
                    <a:cubicBezTo>
                      <a:pt x="59134" y="78041"/>
                      <a:pt x="58235" y="76758"/>
                      <a:pt x="58492" y="75412"/>
                    </a:cubicBezTo>
                    <a:cubicBezTo>
                      <a:pt x="59519" y="69833"/>
                      <a:pt x="60033" y="63997"/>
                      <a:pt x="60033" y="58098"/>
                    </a:cubicBezTo>
                    <a:cubicBezTo>
                      <a:pt x="60033" y="29241"/>
                      <a:pt x="47384" y="4874"/>
                      <a:pt x="32488" y="4874"/>
                    </a:cubicBezTo>
                    <a:cubicBezTo>
                      <a:pt x="17592" y="4874"/>
                      <a:pt x="4944" y="29241"/>
                      <a:pt x="4944" y="58098"/>
                    </a:cubicBezTo>
                    <a:cubicBezTo>
                      <a:pt x="4944" y="86954"/>
                      <a:pt x="17592" y="111322"/>
                      <a:pt x="32488" y="111322"/>
                    </a:cubicBezTo>
                    <a:cubicBezTo>
                      <a:pt x="33837" y="111322"/>
                      <a:pt x="34928" y="112412"/>
                      <a:pt x="34928" y="113759"/>
                    </a:cubicBezTo>
                    <a:cubicBezTo>
                      <a:pt x="34928" y="115106"/>
                      <a:pt x="33837" y="116196"/>
                      <a:pt x="32488" y="116196"/>
                    </a:cubicBezTo>
                    <a:lnTo>
                      <a:pt x="32488" y="116196"/>
                    </a:ln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 24">
                <a:extLst>
                  <a:ext uri="{FF2B5EF4-FFF2-40B4-BE49-F238E27FC236}">
                    <a16:creationId xmlns:a16="http://schemas.microsoft.com/office/drawing/2014/main" id="{398A4DDB-5764-F6EB-6BB5-ADB48B8DE3EE}"/>
                  </a:ext>
                </a:extLst>
              </p:cNvPr>
              <p:cNvSpPr/>
              <p:nvPr/>
            </p:nvSpPr>
            <p:spPr>
              <a:xfrm>
                <a:off x="2363186" y="6200318"/>
                <a:ext cx="4879" cy="109654"/>
              </a:xfrm>
              <a:custGeom>
                <a:avLst/>
                <a:gdLst>
                  <a:gd name="connsiteX0" fmla="*/ 2440 w 4879"/>
                  <a:gd name="connsiteY0" fmla="*/ 109655 h 109654"/>
                  <a:gd name="connsiteX1" fmla="*/ 0 w 4879"/>
                  <a:gd name="connsiteY1" fmla="*/ 107218 h 109654"/>
                  <a:gd name="connsiteX2" fmla="*/ 0 w 4879"/>
                  <a:gd name="connsiteY2" fmla="*/ 2437 h 109654"/>
                  <a:gd name="connsiteX3" fmla="*/ 2440 w 4879"/>
                  <a:gd name="connsiteY3" fmla="*/ 0 h 109654"/>
                  <a:gd name="connsiteX4" fmla="*/ 4880 w 4879"/>
                  <a:gd name="connsiteY4" fmla="*/ 2437 h 109654"/>
                  <a:gd name="connsiteX5" fmla="*/ 4880 w 4879"/>
                  <a:gd name="connsiteY5" fmla="*/ 107218 h 109654"/>
                  <a:gd name="connsiteX6" fmla="*/ 2440 w 4879"/>
                  <a:gd name="connsiteY6" fmla="*/ 109655 h 109654"/>
                  <a:gd name="connsiteX7" fmla="*/ 2440 w 4879"/>
                  <a:gd name="connsiteY7" fmla="*/ 109655 h 109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79" h="109654">
                    <a:moveTo>
                      <a:pt x="2440" y="109655"/>
                    </a:moveTo>
                    <a:cubicBezTo>
                      <a:pt x="1092" y="109655"/>
                      <a:pt x="0" y="108565"/>
                      <a:pt x="0" y="107218"/>
                    </a:cubicBezTo>
                    <a:lnTo>
                      <a:pt x="0" y="2437"/>
                    </a:lnTo>
                    <a:cubicBezTo>
                      <a:pt x="0" y="1090"/>
                      <a:pt x="1092" y="0"/>
                      <a:pt x="2440" y="0"/>
                    </a:cubicBezTo>
                    <a:cubicBezTo>
                      <a:pt x="3788" y="0"/>
                      <a:pt x="4880" y="1090"/>
                      <a:pt x="4880" y="2437"/>
                    </a:cubicBezTo>
                    <a:lnTo>
                      <a:pt x="4880" y="107218"/>
                    </a:lnTo>
                    <a:cubicBezTo>
                      <a:pt x="4880" y="108565"/>
                      <a:pt x="3788" y="109655"/>
                      <a:pt x="2440" y="109655"/>
                    </a:cubicBezTo>
                    <a:lnTo>
                      <a:pt x="2440" y="109655"/>
                    </a:ln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 25">
                <a:extLst>
                  <a:ext uri="{FF2B5EF4-FFF2-40B4-BE49-F238E27FC236}">
                    <a16:creationId xmlns:a16="http://schemas.microsoft.com/office/drawing/2014/main" id="{A939F86D-8A02-956C-A14A-A20D8079D684}"/>
                  </a:ext>
                </a:extLst>
              </p:cNvPr>
              <p:cNvSpPr/>
              <p:nvPr/>
            </p:nvSpPr>
            <p:spPr>
              <a:xfrm>
                <a:off x="2310730" y="6252708"/>
                <a:ext cx="109792" cy="4873"/>
              </a:xfrm>
              <a:custGeom>
                <a:avLst/>
                <a:gdLst>
                  <a:gd name="connsiteX0" fmla="*/ 107353 w 109792"/>
                  <a:gd name="connsiteY0" fmla="*/ 4874 h 4873"/>
                  <a:gd name="connsiteX1" fmla="*/ 2440 w 109792"/>
                  <a:gd name="connsiteY1" fmla="*/ 4874 h 4873"/>
                  <a:gd name="connsiteX2" fmla="*/ 0 w 109792"/>
                  <a:gd name="connsiteY2" fmla="*/ 2437 h 4873"/>
                  <a:gd name="connsiteX3" fmla="*/ 2440 w 109792"/>
                  <a:gd name="connsiteY3" fmla="*/ 0 h 4873"/>
                  <a:gd name="connsiteX4" fmla="*/ 107353 w 109792"/>
                  <a:gd name="connsiteY4" fmla="*/ 0 h 4873"/>
                  <a:gd name="connsiteX5" fmla="*/ 109792 w 109792"/>
                  <a:gd name="connsiteY5" fmla="*/ 2437 h 4873"/>
                  <a:gd name="connsiteX6" fmla="*/ 107353 w 109792"/>
                  <a:gd name="connsiteY6" fmla="*/ 4874 h 4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792" h="4873">
                    <a:moveTo>
                      <a:pt x="107353" y="4874"/>
                    </a:moveTo>
                    <a:lnTo>
                      <a:pt x="2440" y="4874"/>
                    </a:lnTo>
                    <a:cubicBezTo>
                      <a:pt x="1091" y="4874"/>
                      <a:pt x="0" y="3783"/>
                      <a:pt x="0" y="2437"/>
                    </a:cubicBezTo>
                    <a:cubicBezTo>
                      <a:pt x="0" y="1090"/>
                      <a:pt x="1091" y="0"/>
                      <a:pt x="2440" y="0"/>
                    </a:cubicBezTo>
                    <a:lnTo>
                      <a:pt x="107353" y="0"/>
                    </a:lnTo>
                    <a:cubicBezTo>
                      <a:pt x="108701" y="0"/>
                      <a:pt x="109792" y="1090"/>
                      <a:pt x="109792" y="2437"/>
                    </a:cubicBezTo>
                    <a:cubicBezTo>
                      <a:pt x="109792" y="3783"/>
                      <a:pt x="108701" y="4874"/>
                      <a:pt x="107353" y="4874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 26">
                <a:extLst>
                  <a:ext uri="{FF2B5EF4-FFF2-40B4-BE49-F238E27FC236}">
                    <a16:creationId xmlns:a16="http://schemas.microsoft.com/office/drawing/2014/main" id="{CFE40AD3-C3E9-D121-E60D-AA11D5B47EC2}"/>
                  </a:ext>
                </a:extLst>
              </p:cNvPr>
              <p:cNvSpPr/>
              <p:nvPr/>
            </p:nvSpPr>
            <p:spPr>
              <a:xfrm>
                <a:off x="2317279" y="6226545"/>
                <a:ext cx="96694" cy="4873"/>
              </a:xfrm>
              <a:custGeom>
                <a:avLst/>
                <a:gdLst>
                  <a:gd name="connsiteX0" fmla="*/ 94254 w 96694"/>
                  <a:gd name="connsiteY0" fmla="*/ 4874 h 4873"/>
                  <a:gd name="connsiteX1" fmla="*/ 2440 w 96694"/>
                  <a:gd name="connsiteY1" fmla="*/ 4874 h 4873"/>
                  <a:gd name="connsiteX2" fmla="*/ 0 w 96694"/>
                  <a:gd name="connsiteY2" fmla="*/ 2437 h 4873"/>
                  <a:gd name="connsiteX3" fmla="*/ 2440 w 96694"/>
                  <a:gd name="connsiteY3" fmla="*/ 0 h 4873"/>
                  <a:gd name="connsiteX4" fmla="*/ 94254 w 96694"/>
                  <a:gd name="connsiteY4" fmla="*/ 0 h 4873"/>
                  <a:gd name="connsiteX5" fmla="*/ 96694 w 96694"/>
                  <a:gd name="connsiteY5" fmla="*/ 2437 h 4873"/>
                  <a:gd name="connsiteX6" fmla="*/ 94254 w 96694"/>
                  <a:gd name="connsiteY6" fmla="*/ 4874 h 4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6694" h="4873">
                    <a:moveTo>
                      <a:pt x="94254" y="4874"/>
                    </a:moveTo>
                    <a:lnTo>
                      <a:pt x="2440" y="4874"/>
                    </a:lnTo>
                    <a:cubicBezTo>
                      <a:pt x="1092" y="4874"/>
                      <a:pt x="0" y="3783"/>
                      <a:pt x="0" y="2437"/>
                    </a:cubicBezTo>
                    <a:cubicBezTo>
                      <a:pt x="0" y="1090"/>
                      <a:pt x="1092" y="0"/>
                      <a:pt x="2440" y="0"/>
                    </a:cubicBezTo>
                    <a:lnTo>
                      <a:pt x="94254" y="0"/>
                    </a:lnTo>
                    <a:cubicBezTo>
                      <a:pt x="95603" y="0"/>
                      <a:pt x="96694" y="1090"/>
                      <a:pt x="96694" y="2437"/>
                    </a:cubicBezTo>
                    <a:cubicBezTo>
                      <a:pt x="96694" y="3783"/>
                      <a:pt x="95603" y="4874"/>
                      <a:pt x="94254" y="4874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 27">
                <a:extLst>
                  <a:ext uri="{FF2B5EF4-FFF2-40B4-BE49-F238E27FC236}">
                    <a16:creationId xmlns:a16="http://schemas.microsoft.com/office/drawing/2014/main" id="{71536912-442D-F450-BBF1-92F7FFC2FF34}"/>
                  </a:ext>
                </a:extLst>
              </p:cNvPr>
              <p:cNvSpPr/>
              <p:nvPr/>
            </p:nvSpPr>
            <p:spPr>
              <a:xfrm>
                <a:off x="2317279" y="6278936"/>
                <a:ext cx="60610" cy="4873"/>
              </a:xfrm>
              <a:custGeom>
                <a:avLst/>
                <a:gdLst>
                  <a:gd name="connsiteX0" fmla="*/ 58171 w 60610"/>
                  <a:gd name="connsiteY0" fmla="*/ 4874 h 4873"/>
                  <a:gd name="connsiteX1" fmla="*/ 2440 w 60610"/>
                  <a:gd name="connsiteY1" fmla="*/ 4874 h 4873"/>
                  <a:gd name="connsiteX2" fmla="*/ 0 w 60610"/>
                  <a:gd name="connsiteY2" fmla="*/ 2437 h 4873"/>
                  <a:gd name="connsiteX3" fmla="*/ 2440 w 60610"/>
                  <a:gd name="connsiteY3" fmla="*/ 0 h 4873"/>
                  <a:gd name="connsiteX4" fmla="*/ 58171 w 60610"/>
                  <a:gd name="connsiteY4" fmla="*/ 0 h 4873"/>
                  <a:gd name="connsiteX5" fmla="*/ 60611 w 60610"/>
                  <a:gd name="connsiteY5" fmla="*/ 2437 h 4873"/>
                  <a:gd name="connsiteX6" fmla="*/ 58171 w 60610"/>
                  <a:gd name="connsiteY6" fmla="*/ 4874 h 4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10" h="4873">
                    <a:moveTo>
                      <a:pt x="58171" y="4874"/>
                    </a:moveTo>
                    <a:lnTo>
                      <a:pt x="2440" y="4874"/>
                    </a:lnTo>
                    <a:cubicBezTo>
                      <a:pt x="1092" y="4874"/>
                      <a:pt x="0" y="3783"/>
                      <a:pt x="0" y="2437"/>
                    </a:cubicBezTo>
                    <a:cubicBezTo>
                      <a:pt x="0" y="1090"/>
                      <a:pt x="1092" y="0"/>
                      <a:pt x="2440" y="0"/>
                    </a:cubicBezTo>
                    <a:lnTo>
                      <a:pt x="58171" y="0"/>
                    </a:lnTo>
                    <a:cubicBezTo>
                      <a:pt x="59519" y="0"/>
                      <a:pt x="60611" y="1090"/>
                      <a:pt x="60611" y="2437"/>
                    </a:cubicBezTo>
                    <a:cubicBezTo>
                      <a:pt x="60611" y="3783"/>
                      <a:pt x="59519" y="4874"/>
                      <a:pt x="58171" y="4874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 28">
                <a:extLst>
                  <a:ext uri="{FF2B5EF4-FFF2-40B4-BE49-F238E27FC236}">
                    <a16:creationId xmlns:a16="http://schemas.microsoft.com/office/drawing/2014/main" id="{D1AB6BA6-9135-C165-E530-09D0AF869614}"/>
                  </a:ext>
                </a:extLst>
              </p:cNvPr>
              <p:cNvSpPr/>
              <p:nvPr/>
            </p:nvSpPr>
            <p:spPr>
              <a:xfrm>
                <a:off x="2384481" y="6278990"/>
                <a:ext cx="30197" cy="30148"/>
              </a:xfrm>
              <a:custGeom>
                <a:avLst/>
                <a:gdLst>
                  <a:gd name="connsiteX0" fmla="*/ 11836 w 30197"/>
                  <a:gd name="connsiteY0" fmla="*/ 30085 h 30148"/>
                  <a:gd name="connsiteX1" fmla="*/ 11322 w 30197"/>
                  <a:gd name="connsiteY1" fmla="*/ 30085 h 30148"/>
                  <a:gd name="connsiteX2" fmla="*/ 9525 w 30197"/>
                  <a:gd name="connsiteY2" fmla="*/ 28546 h 30148"/>
                  <a:gd name="connsiteX3" fmla="*/ 150 w 30197"/>
                  <a:gd name="connsiteY3" fmla="*/ 3280 h 30148"/>
                  <a:gd name="connsiteX4" fmla="*/ 728 w 30197"/>
                  <a:gd name="connsiteY4" fmla="*/ 715 h 30148"/>
                  <a:gd name="connsiteX5" fmla="*/ 3297 w 30197"/>
                  <a:gd name="connsiteY5" fmla="*/ 138 h 30148"/>
                  <a:gd name="connsiteX6" fmla="*/ 28594 w 30197"/>
                  <a:gd name="connsiteY6" fmla="*/ 9500 h 30148"/>
                  <a:gd name="connsiteX7" fmla="*/ 30135 w 30197"/>
                  <a:gd name="connsiteY7" fmla="*/ 11296 h 30148"/>
                  <a:gd name="connsiteX8" fmla="*/ 29493 w 30197"/>
                  <a:gd name="connsiteY8" fmla="*/ 13540 h 30148"/>
                  <a:gd name="connsiteX9" fmla="*/ 13569 w 30197"/>
                  <a:gd name="connsiteY9" fmla="*/ 29443 h 30148"/>
                  <a:gd name="connsiteX10" fmla="*/ 11836 w 30197"/>
                  <a:gd name="connsiteY10" fmla="*/ 30149 h 30148"/>
                  <a:gd name="connsiteX11" fmla="*/ 11836 w 30197"/>
                  <a:gd name="connsiteY11" fmla="*/ 30149 h 30148"/>
                  <a:gd name="connsiteX12" fmla="*/ 6635 w 30197"/>
                  <a:gd name="connsiteY12" fmla="*/ 6486 h 30148"/>
                  <a:gd name="connsiteX13" fmla="*/ 12799 w 30197"/>
                  <a:gd name="connsiteY13" fmla="*/ 23159 h 30148"/>
                  <a:gd name="connsiteX14" fmla="*/ 23265 w 30197"/>
                  <a:gd name="connsiteY14" fmla="*/ 12707 h 30148"/>
                  <a:gd name="connsiteX15" fmla="*/ 6571 w 30197"/>
                  <a:gd name="connsiteY15" fmla="*/ 6551 h 3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197" h="30148">
                    <a:moveTo>
                      <a:pt x="11836" y="30085"/>
                    </a:moveTo>
                    <a:cubicBezTo>
                      <a:pt x="11836" y="30085"/>
                      <a:pt x="11451" y="30085"/>
                      <a:pt x="11322" y="30085"/>
                    </a:cubicBezTo>
                    <a:cubicBezTo>
                      <a:pt x="10488" y="29892"/>
                      <a:pt x="9846" y="29315"/>
                      <a:pt x="9525" y="28546"/>
                    </a:cubicBezTo>
                    <a:lnTo>
                      <a:pt x="150" y="3280"/>
                    </a:lnTo>
                    <a:cubicBezTo>
                      <a:pt x="-171" y="2382"/>
                      <a:pt x="22" y="1356"/>
                      <a:pt x="728" y="715"/>
                    </a:cubicBezTo>
                    <a:cubicBezTo>
                      <a:pt x="1435" y="74"/>
                      <a:pt x="2398" y="-183"/>
                      <a:pt x="3297" y="138"/>
                    </a:cubicBezTo>
                    <a:lnTo>
                      <a:pt x="28594" y="9500"/>
                    </a:lnTo>
                    <a:cubicBezTo>
                      <a:pt x="29364" y="9821"/>
                      <a:pt x="29942" y="10462"/>
                      <a:pt x="30135" y="11296"/>
                    </a:cubicBezTo>
                    <a:cubicBezTo>
                      <a:pt x="30327" y="12130"/>
                      <a:pt x="30070" y="12963"/>
                      <a:pt x="29493" y="13540"/>
                    </a:cubicBezTo>
                    <a:lnTo>
                      <a:pt x="13569" y="29443"/>
                    </a:lnTo>
                    <a:cubicBezTo>
                      <a:pt x="13120" y="29892"/>
                      <a:pt x="12478" y="30149"/>
                      <a:pt x="11836" y="30149"/>
                    </a:cubicBezTo>
                    <a:lnTo>
                      <a:pt x="11836" y="30149"/>
                    </a:lnTo>
                    <a:close/>
                    <a:moveTo>
                      <a:pt x="6635" y="6486"/>
                    </a:moveTo>
                    <a:lnTo>
                      <a:pt x="12799" y="23159"/>
                    </a:lnTo>
                    <a:lnTo>
                      <a:pt x="23265" y="12707"/>
                    </a:lnTo>
                    <a:lnTo>
                      <a:pt x="6571" y="6551"/>
                    </a:ln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 29">
                <a:extLst>
                  <a:ext uri="{FF2B5EF4-FFF2-40B4-BE49-F238E27FC236}">
                    <a16:creationId xmlns:a16="http://schemas.microsoft.com/office/drawing/2014/main" id="{89ADE983-2E74-4C6A-9F24-017CF1DBA0BF}"/>
                  </a:ext>
                </a:extLst>
              </p:cNvPr>
              <p:cNvSpPr/>
              <p:nvPr/>
            </p:nvSpPr>
            <p:spPr>
              <a:xfrm>
                <a:off x="2384481" y="6278990"/>
                <a:ext cx="30197" cy="30148"/>
              </a:xfrm>
              <a:custGeom>
                <a:avLst/>
                <a:gdLst>
                  <a:gd name="connsiteX0" fmla="*/ 11836 w 30197"/>
                  <a:gd name="connsiteY0" fmla="*/ 30085 h 30148"/>
                  <a:gd name="connsiteX1" fmla="*/ 11322 w 30197"/>
                  <a:gd name="connsiteY1" fmla="*/ 30085 h 30148"/>
                  <a:gd name="connsiteX2" fmla="*/ 9525 w 30197"/>
                  <a:gd name="connsiteY2" fmla="*/ 28546 h 30148"/>
                  <a:gd name="connsiteX3" fmla="*/ 150 w 30197"/>
                  <a:gd name="connsiteY3" fmla="*/ 3280 h 30148"/>
                  <a:gd name="connsiteX4" fmla="*/ 728 w 30197"/>
                  <a:gd name="connsiteY4" fmla="*/ 715 h 30148"/>
                  <a:gd name="connsiteX5" fmla="*/ 3297 w 30197"/>
                  <a:gd name="connsiteY5" fmla="*/ 138 h 30148"/>
                  <a:gd name="connsiteX6" fmla="*/ 28594 w 30197"/>
                  <a:gd name="connsiteY6" fmla="*/ 9500 h 30148"/>
                  <a:gd name="connsiteX7" fmla="*/ 30135 w 30197"/>
                  <a:gd name="connsiteY7" fmla="*/ 11296 h 30148"/>
                  <a:gd name="connsiteX8" fmla="*/ 29493 w 30197"/>
                  <a:gd name="connsiteY8" fmla="*/ 13540 h 30148"/>
                  <a:gd name="connsiteX9" fmla="*/ 13569 w 30197"/>
                  <a:gd name="connsiteY9" fmla="*/ 29443 h 30148"/>
                  <a:gd name="connsiteX10" fmla="*/ 11836 w 30197"/>
                  <a:gd name="connsiteY10" fmla="*/ 30149 h 30148"/>
                  <a:gd name="connsiteX11" fmla="*/ 11836 w 30197"/>
                  <a:gd name="connsiteY11" fmla="*/ 30149 h 30148"/>
                  <a:gd name="connsiteX12" fmla="*/ 6635 w 30197"/>
                  <a:gd name="connsiteY12" fmla="*/ 6486 h 30148"/>
                  <a:gd name="connsiteX13" fmla="*/ 12799 w 30197"/>
                  <a:gd name="connsiteY13" fmla="*/ 23159 h 30148"/>
                  <a:gd name="connsiteX14" fmla="*/ 23265 w 30197"/>
                  <a:gd name="connsiteY14" fmla="*/ 12707 h 30148"/>
                  <a:gd name="connsiteX15" fmla="*/ 6571 w 30197"/>
                  <a:gd name="connsiteY15" fmla="*/ 6551 h 3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197" h="30148">
                    <a:moveTo>
                      <a:pt x="11836" y="30085"/>
                    </a:moveTo>
                    <a:cubicBezTo>
                      <a:pt x="11836" y="30085"/>
                      <a:pt x="11451" y="30085"/>
                      <a:pt x="11322" y="30085"/>
                    </a:cubicBezTo>
                    <a:cubicBezTo>
                      <a:pt x="10488" y="29892"/>
                      <a:pt x="9846" y="29315"/>
                      <a:pt x="9525" y="28546"/>
                    </a:cubicBezTo>
                    <a:lnTo>
                      <a:pt x="150" y="3280"/>
                    </a:lnTo>
                    <a:cubicBezTo>
                      <a:pt x="-171" y="2382"/>
                      <a:pt x="22" y="1356"/>
                      <a:pt x="728" y="715"/>
                    </a:cubicBezTo>
                    <a:cubicBezTo>
                      <a:pt x="1435" y="74"/>
                      <a:pt x="2398" y="-183"/>
                      <a:pt x="3297" y="138"/>
                    </a:cubicBezTo>
                    <a:lnTo>
                      <a:pt x="28594" y="9500"/>
                    </a:lnTo>
                    <a:cubicBezTo>
                      <a:pt x="29364" y="9821"/>
                      <a:pt x="29942" y="10462"/>
                      <a:pt x="30135" y="11296"/>
                    </a:cubicBezTo>
                    <a:cubicBezTo>
                      <a:pt x="30327" y="12130"/>
                      <a:pt x="30070" y="12963"/>
                      <a:pt x="29493" y="13540"/>
                    </a:cubicBezTo>
                    <a:lnTo>
                      <a:pt x="13569" y="29443"/>
                    </a:lnTo>
                    <a:cubicBezTo>
                      <a:pt x="13120" y="29892"/>
                      <a:pt x="12478" y="30149"/>
                      <a:pt x="11836" y="30149"/>
                    </a:cubicBezTo>
                    <a:lnTo>
                      <a:pt x="11836" y="30149"/>
                    </a:lnTo>
                    <a:close/>
                    <a:moveTo>
                      <a:pt x="6635" y="6486"/>
                    </a:moveTo>
                    <a:lnTo>
                      <a:pt x="12799" y="23159"/>
                    </a:lnTo>
                    <a:lnTo>
                      <a:pt x="23265" y="12707"/>
                    </a:lnTo>
                    <a:lnTo>
                      <a:pt x="6571" y="6551"/>
                    </a:ln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 30">
                <a:extLst>
                  <a:ext uri="{FF2B5EF4-FFF2-40B4-BE49-F238E27FC236}">
                    <a16:creationId xmlns:a16="http://schemas.microsoft.com/office/drawing/2014/main" id="{89A9ABF5-5742-6C5D-3CEF-68418BF41289}"/>
                  </a:ext>
                </a:extLst>
              </p:cNvPr>
              <p:cNvSpPr/>
              <p:nvPr/>
            </p:nvSpPr>
            <p:spPr>
              <a:xfrm>
                <a:off x="2401823" y="6296170"/>
                <a:ext cx="17046" cy="17073"/>
              </a:xfrm>
              <a:custGeom>
                <a:avLst/>
                <a:gdLst>
                  <a:gd name="connsiteX0" fmla="*/ 14591 w 17046"/>
                  <a:gd name="connsiteY0" fmla="*/ 17073 h 17073"/>
                  <a:gd name="connsiteX1" fmla="*/ 12857 w 17046"/>
                  <a:gd name="connsiteY1" fmla="*/ 16368 h 17073"/>
                  <a:gd name="connsiteX2" fmla="*/ 722 w 17046"/>
                  <a:gd name="connsiteY2" fmla="*/ 4184 h 17073"/>
                  <a:gd name="connsiteX3" fmla="*/ 722 w 17046"/>
                  <a:gd name="connsiteY3" fmla="*/ 721 h 17073"/>
                  <a:gd name="connsiteX4" fmla="*/ 4189 w 17046"/>
                  <a:gd name="connsiteY4" fmla="*/ 721 h 17073"/>
                  <a:gd name="connsiteX5" fmla="*/ 16324 w 17046"/>
                  <a:gd name="connsiteY5" fmla="*/ 12905 h 17073"/>
                  <a:gd name="connsiteX6" fmla="*/ 16324 w 17046"/>
                  <a:gd name="connsiteY6" fmla="*/ 16368 h 17073"/>
                  <a:gd name="connsiteX7" fmla="*/ 14591 w 17046"/>
                  <a:gd name="connsiteY7" fmla="*/ 17073 h 17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46" h="17073">
                    <a:moveTo>
                      <a:pt x="14591" y="17073"/>
                    </a:moveTo>
                    <a:cubicBezTo>
                      <a:pt x="13949" y="17073"/>
                      <a:pt x="13307" y="16817"/>
                      <a:pt x="12857" y="16368"/>
                    </a:cubicBezTo>
                    <a:lnTo>
                      <a:pt x="722" y="4184"/>
                    </a:lnTo>
                    <a:cubicBezTo>
                      <a:pt x="-241" y="3222"/>
                      <a:pt x="-241" y="1683"/>
                      <a:pt x="722" y="721"/>
                    </a:cubicBezTo>
                    <a:cubicBezTo>
                      <a:pt x="1685" y="-240"/>
                      <a:pt x="3226" y="-240"/>
                      <a:pt x="4189" y="721"/>
                    </a:cubicBezTo>
                    <a:lnTo>
                      <a:pt x="16324" y="12905"/>
                    </a:lnTo>
                    <a:cubicBezTo>
                      <a:pt x="17287" y="13867"/>
                      <a:pt x="17287" y="15406"/>
                      <a:pt x="16324" y="16368"/>
                    </a:cubicBezTo>
                    <a:cubicBezTo>
                      <a:pt x="15875" y="16817"/>
                      <a:pt x="15233" y="17073"/>
                      <a:pt x="14591" y="17073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 31">
                <a:extLst>
                  <a:ext uri="{FF2B5EF4-FFF2-40B4-BE49-F238E27FC236}">
                    <a16:creationId xmlns:a16="http://schemas.microsoft.com/office/drawing/2014/main" id="{57A6BB60-6AD6-A389-A801-C12C35796859}"/>
                  </a:ext>
                </a:extLst>
              </p:cNvPr>
              <p:cNvSpPr/>
              <p:nvPr/>
            </p:nvSpPr>
            <p:spPr>
              <a:xfrm>
                <a:off x="2401823" y="6296170"/>
                <a:ext cx="17046" cy="17073"/>
              </a:xfrm>
              <a:custGeom>
                <a:avLst/>
                <a:gdLst>
                  <a:gd name="connsiteX0" fmla="*/ 14591 w 17046"/>
                  <a:gd name="connsiteY0" fmla="*/ 17073 h 17073"/>
                  <a:gd name="connsiteX1" fmla="*/ 12857 w 17046"/>
                  <a:gd name="connsiteY1" fmla="*/ 16368 h 17073"/>
                  <a:gd name="connsiteX2" fmla="*/ 722 w 17046"/>
                  <a:gd name="connsiteY2" fmla="*/ 4184 h 17073"/>
                  <a:gd name="connsiteX3" fmla="*/ 722 w 17046"/>
                  <a:gd name="connsiteY3" fmla="*/ 721 h 17073"/>
                  <a:gd name="connsiteX4" fmla="*/ 4189 w 17046"/>
                  <a:gd name="connsiteY4" fmla="*/ 721 h 17073"/>
                  <a:gd name="connsiteX5" fmla="*/ 16324 w 17046"/>
                  <a:gd name="connsiteY5" fmla="*/ 12905 h 17073"/>
                  <a:gd name="connsiteX6" fmla="*/ 16324 w 17046"/>
                  <a:gd name="connsiteY6" fmla="*/ 16368 h 17073"/>
                  <a:gd name="connsiteX7" fmla="*/ 14591 w 17046"/>
                  <a:gd name="connsiteY7" fmla="*/ 17073 h 17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46" h="17073">
                    <a:moveTo>
                      <a:pt x="14591" y="17073"/>
                    </a:moveTo>
                    <a:cubicBezTo>
                      <a:pt x="13949" y="17073"/>
                      <a:pt x="13307" y="16817"/>
                      <a:pt x="12857" y="16368"/>
                    </a:cubicBezTo>
                    <a:lnTo>
                      <a:pt x="722" y="4184"/>
                    </a:lnTo>
                    <a:cubicBezTo>
                      <a:pt x="-241" y="3222"/>
                      <a:pt x="-241" y="1683"/>
                      <a:pt x="722" y="721"/>
                    </a:cubicBezTo>
                    <a:cubicBezTo>
                      <a:pt x="1685" y="-240"/>
                      <a:pt x="3226" y="-240"/>
                      <a:pt x="4189" y="721"/>
                    </a:cubicBezTo>
                    <a:lnTo>
                      <a:pt x="16324" y="12905"/>
                    </a:lnTo>
                    <a:cubicBezTo>
                      <a:pt x="17287" y="13867"/>
                      <a:pt x="17287" y="15406"/>
                      <a:pt x="16324" y="16368"/>
                    </a:cubicBezTo>
                    <a:cubicBezTo>
                      <a:pt x="15875" y="16817"/>
                      <a:pt x="15233" y="17073"/>
                      <a:pt x="14591" y="17073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5" name="Gráfico 2">
              <a:extLst>
                <a:ext uri="{FF2B5EF4-FFF2-40B4-BE49-F238E27FC236}">
                  <a16:creationId xmlns:a16="http://schemas.microsoft.com/office/drawing/2014/main" id="{78882B37-9B8B-A245-C292-235040C85B19}"/>
                </a:ext>
              </a:extLst>
            </p:cNvPr>
            <p:cNvGrpSpPr/>
            <p:nvPr/>
          </p:nvGrpSpPr>
          <p:grpSpPr>
            <a:xfrm>
              <a:off x="5442346" y="6046010"/>
              <a:ext cx="98432" cy="120095"/>
              <a:chOff x="801909" y="6201675"/>
              <a:chExt cx="91390" cy="111503"/>
            </a:xfrm>
            <a:solidFill>
              <a:srgbClr val="EE7518"/>
            </a:solidFill>
          </p:grpSpPr>
          <p:sp>
            <p:nvSpPr>
              <p:cNvPr id="20" name="Forma Livre 19">
                <a:extLst>
                  <a:ext uri="{FF2B5EF4-FFF2-40B4-BE49-F238E27FC236}">
                    <a16:creationId xmlns:a16="http://schemas.microsoft.com/office/drawing/2014/main" id="{BDD27983-11D4-055F-C197-85CB97CCB388}"/>
                  </a:ext>
                </a:extLst>
              </p:cNvPr>
              <p:cNvSpPr/>
              <p:nvPr/>
            </p:nvSpPr>
            <p:spPr>
              <a:xfrm>
                <a:off x="801909" y="6201675"/>
                <a:ext cx="87901" cy="111503"/>
              </a:xfrm>
              <a:custGeom>
                <a:avLst/>
                <a:gdLst>
                  <a:gd name="connsiteX0" fmla="*/ 87812 w 87901"/>
                  <a:gd name="connsiteY0" fmla="*/ 92907 h 111503"/>
                  <a:gd name="connsiteX1" fmla="*/ 86463 w 87901"/>
                  <a:gd name="connsiteY1" fmla="*/ 97589 h 111503"/>
                  <a:gd name="connsiteX2" fmla="*/ 70990 w 87901"/>
                  <a:gd name="connsiteY2" fmla="*/ 110606 h 111503"/>
                  <a:gd name="connsiteX3" fmla="*/ 63863 w 87901"/>
                  <a:gd name="connsiteY3" fmla="*/ 110670 h 111503"/>
                  <a:gd name="connsiteX4" fmla="*/ 52306 w 87901"/>
                  <a:gd name="connsiteY4" fmla="*/ 104001 h 111503"/>
                  <a:gd name="connsiteX5" fmla="*/ 33301 w 87901"/>
                  <a:gd name="connsiteY5" fmla="*/ 88355 h 111503"/>
                  <a:gd name="connsiteX6" fmla="*/ 12562 w 87901"/>
                  <a:gd name="connsiteY6" fmla="*/ 59370 h 111503"/>
                  <a:gd name="connsiteX7" fmla="*/ 42 w 87901"/>
                  <a:gd name="connsiteY7" fmla="*/ 16406 h 111503"/>
                  <a:gd name="connsiteX8" fmla="*/ 4858 w 87901"/>
                  <a:gd name="connsiteY8" fmla="*/ 7813 h 111503"/>
                  <a:gd name="connsiteX9" fmla="*/ 19175 w 87901"/>
                  <a:gd name="connsiteY9" fmla="*/ 567 h 111503"/>
                  <a:gd name="connsiteX10" fmla="*/ 30283 w 87901"/>
                  <a:gd name="connsiteY10" fmla="*/ 5889 h 111503"/>
                  <a:gd name="connsiteX11" fmla="*/ 37025 w 87901"/>
                  <a:gd name="connsiteY11" fmla="*/ 23908 h 111503"/>
                  <a:gd name="connsiteX12" fmla="*/ 34585 w 87901"/>
                  <a:gd name="connsiteY12" fmla="*/ 36220 h 111503"/>
                  <a:gd name="connsiteX13" fmla="*/ 33108 w 87901"/>
                  <a:gd name="connsiteY13" fmla="*/ 37888 h 111503"/>
                  <a:gd name="connsiteX14" fmla="*/ 32145 w 87901"/>
                  <a:gd name="connsiteY14" fmla="*/ 45390 h 111503"/>
                  <a:gd name="connsiteX15" fmla="*/ 45436 w 87901"/>
                  <a:gd name="connsiteY15" fmla="*/ 66103 h 111503"/>
                  <a:gd name="connsiteX16" fmla="*/ 50572 w 87901"/>
                  <a:gd name="connsiteY16" fmla="*/ 71682 h 111503"/>
                  <a:gd name="connsiteX17" fmla="*/ 53847 w 87901"/>
                  <a:gd name="connsiteY17" fmla="*/ 72580 h 111503"/>
                  <a:gd name="connsiteX18" fmla="*/ 60075 w 87901"/>
                  <a:gd name="connsiteY18" fmla="*/ 70656 h 111503"/>
                  <a:gd name="connsiteX19" fmla="*/ 69385 w 87901"/>
                  <a:gd name="connsiteY19" fmla="*/ 72451 h 111503"/>
                  <a:gd name="connsiteX20" fmla="*/ 85436 w 87901"/>
                  <a:gd name="connsiteY20" fmla="*/ 87072 h 111503"/>
                  <a:gd name="connsiteX21" fmla="*/ 87876 w 87901"/>
                  <a:gd name="connsiteY21" fmla="*/ 92843 h 111503"/>
                  <a:gd name="connsiteX22" fmla="*/ 4922 w 87901"/>
                  <a:gd name="connsiteY22" fmla="*/ 16406 h 111503"/>
                  <a:gd name="connsiteX23" fmla="*/ 5050 w 87901"/>
                  <a:gd name="connsiteY23" fmla="*/ 18586 h 111503"/>
                  <a:gd name="connsiteX24" fmla="*/ 19625 w 87901"/>
                  <a:gd name="connsiteY24" fmla="*/ 62384 h 111503"/>
                  <a:gd name="connsiteX25" fmla="*/ 48967 w 87901"/>
                  <a:gd name="connsiteY25" fmla="*/ 95665 h 111503"/>
                  <a:gd name="connsiteX26" fmla="*/ 65019 w 87901"/>
                  <a:gd name="connsiteY26" fmla="*/ 105925 h 111503"/>
                  <a:gd name="connsiteX27" fmla="*/ 68871 w 87901"/>
                  <a:gd name="connsiteY27" fmla="*/ 106310 h 111503"/>
                  <a:gd name="connsiteX28" fmla="*/ 82162 w 87901"/>
                  <a:gd name="connsiteY28" fmla="*/ 95216 h 111503"/>
                  <a:gd name="connsiteX29" fmla="*/ 81776 w 87901"/>
                  <a:gd name="connsiteY29" fmla="*/ 90599 h 111503"/>
                  <a:gd name="connsiteX30" fmla="*/ 65661 w 87901"/>
                  <a:gd name="connsiteY30" fmla="*/ 75850 h 111503"/>
                  <a:gd name="connsiteX31" fmla="*/ 62258 w 87901"/>
                  <a:gd name="connsiteY31" fmla="*/ 75081 h 111503"/>
                  <a:gd name="connsiteX32" fmla="*/ 52819 w 87901"/>
                  <a:gd name="connsiteY32" fmla="*/ 77902 h 111503"/>
                  <a:gd name="connsiteX33" fmla="*/ 48646 w 87901"/>
                  <a:gd name="connsiteY33" fmla="*/ 76812 h 111503"/>
                  <a:gd name="connsiteX34" fmla="*/ 25660 w 87901"/>
                  <a:gd name="connsiteY34" fmla="*/ 42441 h 111503"/>
                  <a:gd name="connsiteX35" fmla="*/ 26174 w 87901"/>
                  <a:gd name="connsiteY35" fmla="*/ 39170 h 111503"/>
                  <a:gd name="connsiteX36" fmla="*/ 32274 w 87901"/>
                  <a:gd name="connsiteY36" fmla="*/ 31475 h 111503"/>
                  <a:gd name="connsiteX37" fmla="*/ 33044 w 87901"/>
                  <a:gd name="connsiteY37" fmla="*/ 27179 h 111503"/>
                  <a:gd name="connsiteX38" fmla="*/ 25789 w 87901"/>
                  <a:gd name="connsiteY38" fmla="*/ 7749 h 111503"/>
                  <a:gd name="connsiteX39" fmla="*/ 20588 w 87901"/>
                  <a:gd name="connsiteY39" fmla="*/ 5312 h 111503"/>
                  <a:gd name="connsiteX40" fmla="*/ 6912 w 87901"/>
                  <a:gd name="connsiteY40" fmla="*/ 12622 h 111503"/>
                  <a:gd name="connsiteX41" fmla="*/ 4922 w 87901"/>
                  <a:gd name="connsiteY41" fmla="*/ 16598 h 111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87901" h="111503">
                    <a:moveTo>
                      <a:pt x="87812" y="92907"/>
                    </a:moveTo>
                    <a:cubicBezTo>
                      <a:pt x="87876" y="94767"/>
                      <a:pt x="87427" y="96242"/>
                      <a:pt x="86463" y="97589"/>
                    </a:cubicBezTo>
                    <a:cubicBezTo>
                      <a:pt x="82354" y="103103"/>
                      <a:pt x="77154" y="107464"/>
                      <a:pt x="70990" y="110606"/>
                    </a:cubicBezTo>
                    <a:cubicBezTo>
                      <a:pt x="68614" y="111824"/>
                      <a:pt x="66239" y="111760"/>
                      <a:pt x="63863" y="110670"/>
                    </a:cubicBezTo>
                    <a:cubicBezTo>
                      <a:pt x="59818" y="108811"/>
                      <a:pt x="56030" y="106438"/>
                      <a:pt x="52306" y="104001"/>
                    </a:cubicBezTo>
                    <a:cubicBezTo>
                      <a:pt x="45436" y="99448"/>
                      <a:pt x="39015" y="94318"/>
                      <a:pt x="33301" y="88355"/>
                    </a:cubicBezTo>
                    <a:cubicBezTo>
                      <a:pt x="24954" y="79698"/>
                      <a:pt x="17956" y="70143"/>
                      <a:pt x="12562" y="59370"/>
                    </a:cubicBezTo>
                    <a:cubicBezTo>
                      <a:pt x="5692" y="45839"/>
                      <a:pt x="1583" y="31475"/>
                      <a:pt x="42" y="16406"/>
                    </a:cubicBezTo>
                    <a:cubicBezTo>
                      <a:pt x="-343" y="12430"/>
                      <a:pt x="1968" y="9929"/>
                      <a:pt x="4858" y="7813"/>
                    </a:cubicBezTo>
                    <a:cubicBezTo>
                      <a:pt x="9224" y="4671"/>
                      <a:pt x="13911" y="2041"/>
                      <a:pt x="19175" y="567"/>
                    </a:cubicBezTo>
                    <a:cubicBezTo>
                      <a:pt x="24697" y="-972"/>
                      <a:pt x="28293" y="567"/>
                      <a:pt x="30283" y="5889"/>
                    </a:cubicBezTo>
                    <a:cubicBezTo>
                      <a:pt x="32595" y="11853"/>
                      <a:pt x="34521" y="18009"/>
                      <a:pt x="37025" y="23908"/>
                    </a:cubicBezTo>
                    <a:cubicBezTo>
                      <a:pt x="39079" y="28718"/>
                      <a:pt x="38052" y="32629"/>
                      <a:pt x="34585" y="36220"/>
                    </a:cubicBezTo>
                    <a:cubicBezTo>
                      <a:pt x="34071" y="36733"/>
                      <a:pt x="33686" y="37439"/>
                      <a:pt x="33108" y="37888"/>
                    </a:cubicBezTo>
                    <a:cubicBezTo>
                      <a:pt x="30476" y="40132"/>
                      <a:pt x="30668" y="42505"/>
                      <a:pt x="32145" y="45390"/>
                    </a:cubicBezTo>
                    <a:cubicBezTo>
                      <a:pt x="35869" y="52765"/>
                      <a:pt x="40107" y="59754"/>
                      <a:pt x="45436" y="66103"/>
                    </a:cubicBezTo>
                    <a:cubicBezTo>
                      <a:pt x="47041" y="68027"/>
                      <a:pt x="48839" y="69822"/>
                      <a:pt x="50572" y="71682"/>
                    </a:cubicBezTo>
                    <a:cubicBezTo>
                      <a:pt x="51471" y="72708"/>
                      <a:pt x="52434" y="73093"/>
                      <a:pt x="53847" y="72580"/>
                    </a:cubicBezTo>
                    <a:cubicBezTo>
                      <a:pt x="55901" y="71810"/>
                      <a:pt x="57956" y="71297"/>
                      <a:pt x="60075" y="70656"/>
                    </a:cubicBezTo>
                    <a:cubicBezTo>
                      <a:pt x="63478" y="69566"/>
                      <a:pt x="66624" y="69886"/>
                      <a:pt x="69385" y="72451"/>
                    </a:cubicBezTo>
                    <a:cubicBezTo>
                      <a:pt x="74714" y="77389"/>
                      <a:pt x="80107" y="82198"/>
                      <a:pt x="85436" y="87072"/>
                    </a:cubicBezTo>
                    <a:cubicBezTo>
                      <a:pt x="87170" y="88675"/>
                      <a:pt x="88069" y="90663"/>
                      <a:pt x="87876" y="92843"/>
                    </a:cubicBezTo>
                    <a:close/>
                    <a:moveTo>
                      <a:pt x="4922" y="16406"/>
                    </a:moveTo>
                    <a:cubicBezTo>
                      <a:pt x="4922" y="17303"/>
                      <a:pt x="4922" y="17945"/>
                      <a:pt x="5050" y="18586"/>
                    </a:cubicBezTo>
                    <a:cubicBezTo>
                      <a:pt x="6976" y="34168"/>
                      <a:pt x="11728" y="48853"/>
                      <a:pt x="19625" y="62384"/>
                    </a:cubicBezTo>
                    <a:cubicBezTo>
                      <a:pt x="27201" y="75401"/>
                      <a:pt x="36961" y="86495"/>
                      <a:pt x="48967" y="95665"/>
                    </a:cubicBezTo>
                    <a:cubicBezTo>
                      <a:pt x="54039" y="99512"/>
                      <a:pt x="59369" y="102975"/>
                      <a:pt x="65019" y="105925"/>
                    </a:cubicBezTo>
                    <a:cubicBezTo>
                      <a:pt x="66239" y="106566"/>
                      <a:pt x="67394" y="107079"/>
                      <a:pt x="68871" y="106310"/>
                    </a:cubicBezTo>
                    <a:cubicBezTo>
                      <a:pt x="74072" y="103552"/>
                      <a:pt x="78502" y="99833"/>
                      <a:pt x="82162" y="95216"/>
                    </a:cubicBezTo>
                    <a:cubicBezTo>
                      <a:pt x="83638" y="93356"/>
                      <a:pt x="83510" y="92202"/>
                      <a:pt x="81776" y="90599"/>
                    </a:cubicBezTo>
                    <a:cubicBezTo>
                      <a:pt x="76383" y="85661"/>
                      <a:pt x="70990" y="80788"/>
                      <a:pt x="65661" y="75850"/>
                    </a:cubicBezTo>
                    <a:cubicBezTo>
                      <a:pt x="64633" y="74888"/>
                      <a:pt x="63606" y="74696"/>
                      <a:pt x="62258" y="75081"/>
                    </a:cubicBezTo>
                    <a:cubicBezTo>
                      <a:pt x="59112" y="76042"/>
                      <a:pt x="55966" y="76876"/>
                      <a:pt x="52819" y="77902"/>
                    </a:cubicBezTo>
                    <a:cubicBezTo>
                      <a:pt x="51150" y="78415"/>
                      <a:pt x="49866" y="77966"/>
                      <a:pt x="48646" y="76812"/>
                    </a:cubicBezTo>
                    <a:cubicBezTo>
                      <a:pt x="38630" y="66937"/>
                      <a:pt x="30861" y="55522"/>
                      <a:pt x="25660" y="42441"/>
                    </a:cubicBezTo>
                    <a:cubicBezTo>
                      <a:pt x="25147" y="41222"/>
                      <a:pt x="25339" y="40196"/>
                      <a:pt x="26174" y="39170"/>
                    </a:cubicBezTo>
                    <a:cubicBezTo>
                      <a:pt x="28229" y="36605"/>
                      <a:pt x="30219" y="34040"/>
                      <a:pt x="32274" y="31475"/>
                    </a:cubicBezTo>
                    <a:cubicBezTo>
                      <a:pt x="33365" y="30128"/>
                      <a:pt x="33622" y="28782"/>
                      <a:pt x="33044" y="27179"/>
                    </a:cubicBezTo>
                    <a:cubicBezTo>
                      <a:pt x="30604" y="20702"/>
                      <a:pt x="28229" y="14225"/>
                      <a:pt x="25789" y="7749"/>
                    </a:cubicBezTo>
                    <a:cubicBezTo>
                      <a:pt x="24697" y="4927"/>
                      <a:pt x="23477" y="4414"/>
                      <a:pt x="20588" y="5312"/>
                    </a:cubicBezTo>
                    <a:cubicBezTo>
                      <a:pt x="15580" y="6851"/>
                      <a:pt x="11086" y="9416"/>
                      <a:pt x="6912" y="12622"/>
                    </a:cubicBezTo>
                    <a:cubicBezTo>
                      <a:pt x="5435" y="13776"/>
                      <a:pt x="4601" y="14995"/>
                      <a:pt x="4922" y="16598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 20">
                <a:extLst>
                  <a:ext uri="{FF2B5EF4-FFF2-40B4-BE49-F238E27FC236}">
                    <a16:creationId xmlns:a16="http://schemas.microsoft.com/office/drawing/2014/main" id="{D480B16D-B6E8-2667-3A2C-9C579192C06A}"/>
                  </a:ext>
                </a:extLst>
              </p:cNvPr>
              <p:cNvSpPr/>
              <p:nvPr/>
            </p:nvSpPr>
            <p:spPr>
              <a:xfrm>
                <a:off x="863191" y="6220517"/>
                <a:ext cx="30108" cy="30202"/>
              </a:xfrm>
              <a:custGeom>
                <a:avLst/>
                <a:gdLst>
                  <a:gd name="connsiteX0" fmla="*/ 2389 w 30108"/>
                  <a:gd name="connsiteY0" fmla="*/ 64 h 30202"/>
                  <a:gd name="connsiteX1" fmla="*/ 10928 w 30108"/>
                  <a:gd name="connsiteY1" fmla="*/ 2950 h 30202"/>
                  <a:gd name="connsiteX2" fmla="*/ 29933 w 30108"/>
                  <a:gd name="connsiteY2" fmla="*/ 26548 h 30202"/>
                  <a:gd name="connsiteX3" fmla="*/ 28392 w 30108"/>
                  <a:gd name="connsiteY3" fmla="*/ 30139 h 30202"/>
                  <a:gd name="connsiteX4" fmla="*/ 25246 w 30108"/>
                  <a:gd name="connsiteY4" fmla="*/ 27702 h 30202"/>
                  <a:gd name="connsiteX5" fmla="*/ 2260 w 30108"/>
                  <a:gd name="connsiteY5" fmla="*/ 4809 h 30202"/>
                  <a:gd name="connsiteX6" fmla="*/ 13 w 30108"/>
                  <a:gd name="connsiteY6" fmla="*/ 1924 h 30202"/>
                  <a:gd name="connsiteX7" fmla="*/ 2389 w 30108"/>
                  <a:gd name="connsiteY7" fmla="*/ 0 h 30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08" h="30202">
                    <a:moveTo>
                      <a:pt x="2389" y="64"/>
                    </a:moveTo>
                    <a:cubicBezTo>
                      <a:pt x="5406" y="449"/>
                      <a:pt x="8231" y="1603"/>
                      <a:pt x="10928" y="2950"/>
                    </a:cubicBezTo>
                    <a:cubicBezTo>
                      <a:pt x="20880" y="7887"/>
                      <a:pt x="27044" y="15967"/>
                      <a:pt x="29933" y="26548"/>
                    </a:cubicBezTo>
                    <a:cubicBezTo>
                      <a:pt x="30447" y="28536"/>
                      <a:pt x="29805" y="29818"/>
                      <a:pt x="28392" y="30139"/>
                    </a:cubicBezTo>
                    <a:cubicBezTo>
                      <a:pt x="26979" y="30460"/>
                      <a:pt x="25760" y="29562"/>
                      <a:pt x="25246" y="27702"/>
                    </a:cubicBezTo>
                    <a:cubicBezTo>
                      <a:pt x="21843" y="15775"/>
                      <a:pt x="14074" y="8272"/>
                      <a:pt x="2260" y="4809"/>
                    </a:cubicBezTo>
                    <a:cubicBezTo>
                      <a:pt x="719" y="4361"/>
                      <a:pt x="-115" y="3591"/>
                      <a:pt x="13" y="1924"/>
                    </a:cubicBezTo>
                    <a:cubicBezTo>
                      <a:pt x="141" y="577"/>
                      <a:pt x="1169" y="128"/>
                      <a:pt x="2389" y="0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 21">
                <a:extLst>
                  <a:ext uri="{FF2B5EF4-FFF2-40B4-BE49-F238E27FC236}">
                    <a16:creationId xmlns:a16="http://schemas.microsoft.com/office/drawing/2014/main" id="{F904F18B-729C-3E4C-7526-C25E86E56C94}"/>
                  </a:ext>
                </a:extLst>
              </p:cNvPr>
              <p:cNvSpPr/>
              <p:nvPr/>
            </p:nvSpPr>
            <p:spPr>
              <a:xfrm>
                <a:off x="858634" y="6239550"/>
                <a:ext cx="15742" cy="15577"/>
              </a:xfrm>
              <a:custGeom>
                <a:avLst/>
                <a:gdLst>
                  <a:gd name="connsiteX0" fmla="*/ 15742 w 15742"/>
                  <a:gd name="connsiteY0" fmla="*/ 13159 h 15577"/>
                  <a:gd name="connsiteX1" fmla="*/ 13816 w 15742"/>
                  <a:gd name="connsiteY1" fmla="*/ 15532 h 15577"/>
                  <a:gd name="connsiteX2" fmla="*/ 11119 w 15742"/>
                  <a:gd name="connsiteY2" fmla="*/ 13928 h 15577"/>
                  <a:gd name="connsiteX3" fmla="*/ 1938 w 15742"/>
                  <a:gd name="connsiteY3" fmla="*/ 4630 h 15577"/>
                  <a:gd name="connsiteX4" fmla="*/ 140 w 15742"/>
                  <a:gd name="connsiteY4" fmla="*/ 1552 h 15577"/>
                  <a:gd name="connsiteX5" fmla="*/ 3286 w 15742"/>
                  <a:gd name="connsiteY5" fmla="*/ 141 h 15577"/>
                  <a:gd name="connsiteX6" fmla="*/ 12981 w 15742"/>
                  <a:gd name="connsiteY6" fmla="*/ 6810 h 15577"/>
                  <a:gd name="connsiteX7" fmla="*/ 15678 w 15742"/>
                  <a:gd name="connsiteY7" fmla="*/ 13223 h 1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742" h="15577">
                    <a:moveTo>
                      <a:pt x="15742" y="13159"/>
                    </a:moveTo>
                    <a:cubicBezTo>
                      <a:pt x="15614" y="14313"/>
                      <a:pt x="15228" y="15339"/>
                      <a:pt x="13816" y="15532"/>
                    </a:cubicBezTo>
                    <a:cubicBezTo>
                      <a:pt x="12467" y="15724"/>
                      <a:pt x="11504" y="15339"/>
                      <a:pt x="11119" y="13928"/>
                    </a:cubicBezTo>
                    <a:cubicBezTo>
                      <a:pt x="9771" y="9183"/>
                      <a:pt x="6625" y="6105"/>
                      <a:pt x="1938" y="4630"/>
                    </a:cubicBezTo>
                    <a:cubicBezTo>
                      <a:pt x="333" y="4117"/>
                      <a:pt x="-310" y="3091"/>
                      <a:pt x="140" y="1552"/>
                    </a:cubicBezTo>
                    <a:cubicBezTo>
                      <a:pt x="589" y="-51"/>
                      <a:pt x="1938" y="-179"/>
                      <a:pt x="3286" y="141"/>
                    </a:cubicBezTo>
                    <a:cubicBezTo>
                      <a:pt x="7331" y="1103"/>
                      <a:pt x="10606" y="3348"/>
                      <a:pt x="12981" y="6810"/>
                    </a:cubicBezTo>
                    <a:cubicBezTo>
                      <a:pt x="14329" y="8734"/>
                      <a:pt x="15357" y="10850"/>
                      <a:pt x="15678" y="13223"/>
                    </a:cubicBezTo>
                    <a:close/>
                  </a:path>
                </a:pathLst>
              </a:custGeom>
              <a:grpFill/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ED674671-64F7-B4EB-5AC8-596485C758E6}"/>
                </a:ext>
              </a:extLst>
            </p:cNvPr>
            <p:cNvSpPr txBox="1"/>
            <p:nvPr userDrawn="1"/>
          </p:nvSpPr>
          <p:spPr>
            <a:xfrm>
              <a:off x="5483200" y="5965498"/>
              <a:ext cx="13514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b="0" i="0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+55 (41) 3091-3400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A3AC89D-3FAD-72CA-A509-5FD1CAA55864}"/>
                </a:ext>
              </a:extLst>
            </p:cNvPr>
            <p:cNvSpPr txBox="1"/>
            <p:nvPr userDrawn="1"/>
          </p:nvSpPr>
          <p:spPr>
            <a:xfrm>
              <a:off x="6953649" y="5965498"/>
              <a:ext cx="13514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b="0" i="0" dirty="0" err="1">
                  <a:solidFill>
                    <a:schemeClr val="bg1"/>
                  </a:solidFill>
                  <a:latin typeface="Aptos Light" panose="020B0004020202020204" pitchFamily="34" charset="0"/>
                </a:rPr>
                <a:t>www.arauz.com.br</a:t>
              </a:r>
              <a:endParaRPr lang="pt-BR" sz="1100" b="0" i="0" dirty="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C912166B-5490-FB56-BB4E-485DF5647599}"/>
                </a:ext>
              </a:extLst>
            </p:cNvPr>
            <p:cNvSpPr txBox="1"/>
            <p:nvPr userDrawn="1"/>
          </p:nvSpPr>
          <p:spPr>
            <a:xfrm>
              <a:off x="8441605" y="5965498"/>
              <a:ext cx="16550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b="0" i="0" dirty="0" err="1">
                  <a:solidFill>
                    <a:schemeClr val="bg1"/>
                  </a:solidFill>
                  <a:latin typeface="Aptos Light" panose="020B0004020202020204" pitchFamily="34" charset="0"/>
                </a:rPr>
                <a:t>contato@arauz.com.br</a:t>
              </a:r>
              <a:endParaRPr lang="pt-BR" sz="1100" b="0" i="0" dirty="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0626AFF7-99BF-6D69-BD13-B88A9F2D1FCF}"/>
                </a:ext>
              </a:extLst>
            </p:cNvPr>
            <p:cNvGrpSpPr/>
            <p:nvPr/>
          </p:nvGrpSpPr>
          <p:grpSpPr>
            <a:xfrm>
              <a:off x="10096614" y="6053673"/>
              <a:ext cx="115485" cy="115459"/>
              <a:chOff x="5898033" y="3346329"/>
              <a:chExt cx="167171" cy="167133"/>
            </a:xfrm>
            <a:solidFill>
              <a:srgbClr val="EE7609"/>
            </a:solidFill>
          </p:grpSpPr>
          <p:sp>
            <p:nvSpPr>
              <p:cNvPr id="40" name="Forma Livre 39">
                <a:extLst>
                  <a:ext uri="{FF2B5EF4-FFF2-40B4-BE49-F238E27FC236}">
                    <a16:creationId xmlns:a16="http://schemas.microsoft.com/office/drawing/2014/main" id="{F4357678-E240-4260-369B-877C0B5C7A02}"/>
                  </a:ext>
                </a:extLst>
              </p:cNvPr>
              <p:cNvSpPr/>
              <p:nvPr/>
            </p:nvSpPr>
            <p:spPr>
              <a:xfrm>
                <a:off x="5898033" y="3346329"/>
                <a:ext cx="167171" cy="167133"/>
              </a:xfrm>
              <a:custGeom>
                <a:avLst/>
                <a:gdLst>
                  <a:gd name="csX0" fmla="*/ 167090 w 167171"/>
                  <a:gd name="csY0" fmla="*/ 120707 h 167133"/>
                  <a:gd name="csX1" fmla="*/ 120735 w 167171"/>
                  <a:gd name="csY1" fmla="*/ 167133 h 167133"/>
                  <a:gd name="csX2" fmla="*/ 46355 w 167171"/>
                  <a:gd name="csY2" fmla="*/ 167133 h 167133"/>
                  <a:gd name="csX3" fmla="*/ 0 w 167171"/>
                  <a:gd name="csY3" fmla="*/ 120789 h 167133"/>
                  <a:gd name="csX4" fmla="*/ 0 w 167171"/>
                  <a:gd name="csY4" fmla="*/ 46344 h 167133"/>
                  <a:gd name="csX5" fmla="*/ 46029 w 167171"/>
                  <a:gd name="csY5" fmla="*/ 0 h 167133"/>
                  <a:gd name="csX6" fmla="*/ 120735 w 167171"/>
                  <a:gd name="csY6" fmla="*/ 0 h 167133"/>
                  <a:gd name="csX7" fmla="*/ 167172 w 167171"/>
                  <a:gd name="csY7" fmla="*/ 46670 h 167133"/>
                  <a:gd name="csX8" fmla="*/ 167172 w 167171"/>
                  <a:gd name="csY8" fmla="*/ 120626 h 167133"/>
                  <a:gd name="csX9" fmla="*/ 119269 w 167171"/>
                  <a:gd name="csY9" fmla="*/ 152147 h 167133"/>
                  <a:gd name="csX10" fmla="*/ 152182 w 167171"/>
                  <a:gd name="csY10" fmla="*/ 118834 h 167133"/>
                  <a:gd name="csX11" fmla="*/ 152182 w 167171"/>
                  <a:gd name="csY11" fmla="*/ 49032 h 167133"/>
                  <a:gd name="csX12" fmla="*/ 117395 w 167171"/>
                  <a:gd name="csY12" fmla="*/ 14824 h 167133"/>
                  <a:gd name="csX13" fmla="*/ 47333 w 167171"/>
                  <a:gd name="csY13" fmla="*/ 14987 h 167133"/>
                  <a:gd name="csX14" fmla="*/ 14746 w 167171"/>
                  <a:gd name="csY14" fmla="*/ 48625 h 167133"/>
                  <a:gd name="csX15" fmla="*/ 14746 w 167171"/>
                  <a:gd name="csY15" fmla="*/ 119078 h 167133"/>
                  <a:gd name="csX16" fmla="*/ 48555 w 167171"/>
                  <a:gd name="csY16" fmla="*/ 152147 h 167133"/>
                  <a:gd name="csX17" fmla="*/ 119269 w 167171"/>
                  <a:gd name="csY17" fmla="*/ 152147 h 1671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67171" h="167133">
                    <a:moveTo>
                      <a:pt x="167090" y="120707"/>
                    </a:moveTo>
                    <a:cubicBezTo>
                      <a:pt x="167090" y="145712"/>
                      <a:pt x="145583" y="167133"/>
                      <a:pt x="120735" y="167133"/>
                    </a:cubicBezTo>
                    <a:lnTo>
                      <a:pt x="46355" y="167133"/>
                    </a:lnTo>
                    <a:cubicBezTo>
                      <a:pt x="21507" y="167133"/>
                      <a:pt x="0" y="145631"/>
                      <a:pt x="0" y="120789"/>
                    </a:cubicBezTo>
                    <a:lnTo>
                      <a:pt x="0" y="46344"/>
                    </a:lnTo>
                    <a:cubicBezTo>
                      <a:pt x="0" y="21665"/>
                      <a:pt x="21263" y="0"/>
                      <a:pt x="46029" y="0"/>
                    </a:cubicBezTo>
                    <a:lnTo>
                      <a:pt x="120735" y="0"/>
                    </a:lnTo>
                    <a:cubicBezTo>
                      <a:pt x="145827" y="0"/>
                      <a:pt x="167172" y="21665"/>
                      <a:pt x="167172" y="46670"/>
                    </a:cubicBezTo>
                    <a:lnTo>
                      <a:pt x="167172" y="120626"/>
                    </a:lnTo>
                    <a:close/>
                    <a:moveTo>
                      <a:pt x="119269" y="152147"/>
                    </a:moveTo>
                    <a:cubicBezTo>
                      <a:pt x="137517" y="152147"/>
                      <a:pt x="152182" y="136834"/>
                      <a:pt x="152182" y="118834"/>
                    </a:cubicBezTo>
                    <a:lnTo>
                      <a:pt x="152182" y="49032"/>
                    </a:lnTo>
                    <a:cubicBezTo>
                      <a:pt x="152182" y="29647"/>
                      <a:pt x="136703" y="14824"/>
                      <a:pt x="117395" y="14824"/>
                    </a:cubicBezTo>
                    <a:lnTo>
                      <a:pt x="47333" y="14987"/>
                    </a:lnTo>
                    <a:cubicBezTo>
                      <a:pt x="29165" y="14987"/>
                      <a:pt x="14746" y="30543"/>
                      <a:pt x="14746" y="48625"/>
                    </a:cubicBezTo>
                    <a:lnTo>
                      <a:pt x="14746" y="119078"/>
                    </a:lnTo>
                    <a:cubicBezTo>
                      <a:pt x="14827" y="137486"/>
                      <a:pt x="30143" y="152228"/>
                      <a:pt x="48555" y="152147"/>
                    </a:cubicBezTo>
                    <a:lnTo>
                      <a:pt x="119269" y="152147"/>
                    </a:lnTo>
                    <a:close/>
                  </a:path>
                </a:pathLst>
              </a:custGeom>
              <a:solidFill>
                <a:srgbClr val="EE7609"/>
              </a:solidFill>
              <a:ln w="813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orma Livre 40">
                <a:extLst>
                  <a:ext uri="{FF2B5EF4-FFF2-40B4-BE49-F238E27FC236}">
                    <a16:creationId xmlns:a16="http://schemas.microsoft.com/office/drawing/2014/main" id="{7D0D8CC0-E11D-4FE1-5ED9-4BD726A8C1C2}"/>
                  </a:ext>
                </a:extLst>
              </p:cNvPr>
              <p:cNvSpPr/>
              <p:nvPr/>
            </p:nvSpPr>
            <p:spPr>
              <a:xfrm>
                <a:off x="5938428" y="3386809"/>
                <a:ext cx="86136" cy="86104"/>
              </a:xfrm>
              <a:custGeom>
                <a:avLst/>
                <a:gdLst>
                  <a:gd name="csX0" fmla="*/ 42131 w 86136"/>
                  <a:gd name="csY0" fmla="*/ 81 h 86104"/>
                  <a:gd name="csX1" fmla="*/ 86124 w 86136"/>
                  <a:gd name="csY1" fmla="*/ 42028 h 86104"/>
                  <a:gd name="csX2" fmla="*/ 44168 w 86136"/>
                  <a:gd name="csY2" fmla="*/ 86092 h 86104"/>
                  <a:gd name="csX3" fmla="*/ 13 w 86136"/>
                  <a:gd name="csY3" fmla="*/ 44145 h 86104"/>
                  <a:gd name="csX4" fmla="*/ 42131 w 86136"/>
                  <a:gd name="csY4" fmla="*/ 0 h 86104"/>
                  <a:gd name="csX5" fmla="*/ 40828 w 86136"/>
                  <a:gd name="csY5" fmla="*/ 15312 h 86104"/>
                  <a:gd name="csX6" fmla="*/ 15329 w 86136"/>
                  <a:gd name="csY6" fmla="*/ 45611 h 86104"/>
                  <a:gd name="csX7" fmla="*/ 45309 w 86136"/>
                  <a:gd name="csY7" fmla="*/ 70942 h 86104"/>
                  <a:gd name="csX8" fmla="*/ 70890 w 86136"/>
                  <a:gd name="csY8" fmla="*/ 40887 h 86104"/>
                  <a:gd name="csX9" fmla="*/ 40828 w 86136"/>
                  <a:gd name="csY9" fmla="*/ 15312 h 861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86136" h="86104">
                    <a:moveTo>
                      <a:pt x="42131" y="81"/>
                    </a:moveTo>
                    <a:cubicBezTo>
                      <a:pt x="66165" y="-407"/>
                      <a:pt x="85554" y="18570"/>
                      <a:pt x="86124" y="42028"/>
                    </a:cubicBezTo>
                    <a:cubicBezTo>
                      <a:pt x="86694" y="65485"/>
                      <a:pt x="67875" y="85521"/>
                      <a:pt x="44168" y="86092"/>
                    </a:cubicBezTo>
                    <a:cubicBezTo>
                      <a:pt x="20461" y="86662"/>
                      <a:pt x="583" y="67928"/>
                      <a:pt x="13" y="44145"/>
                    </a:cubicBezTo>
                    <a:cubicBezTo>
                      <a:pt x="-558" y="20362"/>
                      <a:pt x="18099" y="489"/>
                      <a:pt x="42131" y="0"/>
                    </a:cubicBezTo>
                    <a:close/>
                    <a:moveTo>
                      <a:pt x="40828" y="15312"/>
                    </a:moveTo>
                    <a:cubicBezTo>
                      <a:pt x="25186" y="16615"/>
                      <a:pt x="13862" y="30462"/>
                      <a:pt x="15329" y="45611"/>
                    </a:cubicBezTo>
                    <a:cubicBezTo>
                      <a:pt x="16795" y="60761"/>
                      <a:pt x="30156" y="72082"/>
                      <a:pt x="45309" y="70942"/>
                    </a:cubicBezTo>
                    <a:cubicBezTo>
                      <a:pt x="60462" y="69802"/>
                      <a:pt x="72112" y="56200"/>
                      <a:pt x="70890" y="40887"/>
                    </a:cubicBezTo>
                    <a:cubicBezTo>
                      <a:pt x="69668" y="25575"/>
                      <a:pt x="56388" y="14009"/>
                      <a:pt x="40828" y="15312"/>
                    </a:cubicBezTo>
                    <a:close/>
                  </a:path>
                </a:pathLst>
              </a:custGeom>
              <a:solidFill>
                <a:srgbClr val="EE7609"/>
              </a:solidFill>
              <a:ln w="813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orma Livre 41">
                <a:extLst>
                  <a:ext uri="{FF2B5EF4-FFF2-40B4-BE49-F238E27FC236}">
                    <a16:creationId xmlns:a16="http://schemas.microsoft.com/office/drawing/2014/main" id="{B604E541-B271-75FC-7EDD-2BDEDEA25EAD}"/>
                  </a:ext>
                </a:extLst>
              </p:cNvPr>
              <p:cNvSpPr/>
              <p:nvPr/>
            </p:nvSpPr>
            <p:spPr>
              <a:xfrm>
                <a:off x="6016234" y="3375177"/>
                <a:ext cx="20044" cy="20019"/>
              </a:xfrm>
              <a:custGeom>
                <a:avLst/>
                <a:gdLst>
                  <a:gd name="csX0" fmla="*/ 8400 w 20044"/>
                  <a:gd name="csY0" fmla="*/ 148 h 20019"/>
                  <a:gd name="csX1" fmla="*/ 19887 w 20044"/>
                  <a:gd name="csY1" fmla="*/ 8293 h 20019"/>
                  <a:gd name="csX2" fmla="*/ 11822 w 20044"/>
                  <a:gd name="csY2" fmla="*/ 19859 h 20019"/>
                  <a:gd name="csX3" fmla="*/ 172 w 20044"/>
                  <a:gd name="csY3" fmla="*/ 11958 h 20019"/>
                  <a:gd name="csX4" fmla="*/ 8400 w 20044"/>
                  <a:gd name="csY4" fmla="*/ 67 h 20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0044" h="20019">
                    <a:moveTo>
                      <a:pt x="8400" y="148"/>
                    </a:moveTo>
                    <a:cubicBezTo>
                      <a:pt x="14021" y="-829"/>
                      <a:pt x="18991" y="3162"/>
                      <a:pt x="19887" y="8293"/>
                    </a:cubicBezTo>
                    <a:cubicBezTo>
                      <a:pt x="20864" y="13831"/>
                      <a:pt x="17198" y="18881"/>
                      <a:pt x="11822" y="19859"/>
                    </a:cubicBezTo>
                    <a:cubicBezTo>
                      <a:pt x="6445" y="20836"/>
                      <a:pt x="1149" y="17252"/>
                      <a:pt x="172" y="11958"/>
                    </a:cubicBezTo>
                    <a:cubicBezTo>
                      <a:pt x="-806" y="6664"/>
                      <a:pt x="2453" y="1125"/>
                      <a:pt x="8400" y="67"/>
                    </a:cubicBezTo>
                    <a:close/>
                  </a:path>
                </a:pathLst>
              </a:custGeom>
              <a:solidFill>
                <a:srgbClr val="EE7609"/>
              </a:solidFill>
              <a:ln w="813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3" name="Gráfico 36">
              <a:extLst>
                <a:ext uri="{FF2B5EF4-FFF2-40B4-BE49-F238E27FC236}">
                  <a16:creationId xmlns:a16="http://schemas.microsoft.com/office/drawing/2014/main" id="{B901543F-5A26-1ADC-0C33-4F9F6E8AF8DC}"/>
                </a:ext>
              </a:extLst>
            </p:cNvPr>
            <p:cNvGrpSpPr/>
            <p:nvPr/>
          </p:nvGrpSpPr>
          <p:grpSpPr>
            <a:xfrm>
              <a:off x="10264709" y="6053938"/>
              <a:ext cx="115191" cy="115145"/>
              <a:chOff x="6131673" y="3346594"/>
              <a:chExt cx="166745" cy="166679"/>
            </a:xfrm>
            <a:solidFill>
              <a:srgbClr val="EE7609"/>
            </a:solidFill>
          </p:grpSpPr>
          <p:sp>
            <p:nvSpPr>
              <p:cNvPr id="44" name="Forma Livre 43">
                <a:extLst>
                  <a:ext uri="{FF2B5EF4-FFF2-40B4-BE49-F238E27FC236}">
                    <a16:creationId xmlns:a16="http://schemas.microsoft.com/office/drawing/2014/main" id="{C3B6DB8E-7C31-A6FE-00DF-DA8A50AE9006}"/>
                  </a:ext>
                </a:extLst>
              </p:cNvPr>
              <p:cNvSpPr/>
              <p:nvPr/>
            </p:nvSpPr>
            <p:spPr>
              <a:xfrm>
                <a:off x="6131673" y="3346594"/>
                <a:ext cx="166745" cy="166679"/>
              </a:xfrm>
              <a:custGeom>
                <a:avLst/>
                <a:gdLst>
                  <a:gd name="csX0" fmla="*/ 78544 w 166745"/>
                  <a:gd name="csY0" fmla="*/ 142 h 166679"/>
                  <a:gd name="csX1" fmla="*/ 166611 w 166745"/>
                  <a:gd name="csY1" fmla="*/ 78741 h 166679"/>
                  <a:gd name="csX2" fmla="*/ 88076 w 166745"/>
                  <a:gd name="csY2" fmla="*/ 166543 h 166679"/>
                  <a:gd name="csX3" fmla="*/ 172 w 166745"/>
                  <a:gd name="csY3" fmla="*/ 88596 h 166679"/>
                  <a:gd name="csX4" fmla="*/ 78625 w 166745"/>
                  <a:gd name="csY4" fmla="*/ 142 h 166679"/>
                  <a:gd name="csX5" fmla="*/ 81640 w 166745"/>
                  <a:gd name="csY5" fmla="*/ 156036 h 166679"/>
                  <a:gd name="csX6" fmla="*/ 156020 w 166745"/>
                  <a:gd name="csY6" fmla="*/ 80451 h 166679"/>
                  <a:gd name="csX7" fmla="*/ 88320 w 166745"/>
                  <a:gd name="csY7" fmla="*/ 10812 h 166679"/>
                  <a:gd name="csX8" fmla="*/ 10763 w 166745"/>
                  <a:gd name="csY8" fmla="*/ 88352 h 166679"/>
                  <a:gd name="csX9" fmla="*/ 81640 w 166745"/>
                  <a:gd name="csY9" fmla="*/ 156036 h 1666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66745" h="166679">
                    <a:moveTo>
                      <a:pt x="78544" y="142"/>
                    </a:moveTo>
                    <a:cubicBezTo>
                      <a:pt x="124818" y="-2545"/>
                      <a:pt x="164004" y="33129"/>
                      <a:pt x="166611" y="78741"/>
                    </a:cubicBezTo>
                    <a:cubicBezTo>
                      <a:pt x="169218" y="124352"/>
                      <a:pt x="133861" y="163936"/>
                      <a:pt x="88076" y="166543"/>
                    </a:cubicBezTo>
                    <a:cubicBezTo>
                      <a:pt x="42291" y="169149"/>
                      <a:pt x="3105" y="134207"/>
                      <a:pt x="172" y="88596"/>
                    </a:cubicBezTo>
                    <a:cubicBezTo>
                      <a:pt x="-2761" y="42985"/>
                      <a:pt x="32189" y="2830"/>
                      <a:pt x="78625" y="142"/>
                    </a:cubicBezTo>
                    <a:close/>
                    <a:moveTo>
                      <a:pt x="81640" y="156036"/>
                    </a:moveTo>
                    <a:cubicBezTo>
                      <a:pt x="123677" y="157013"/>
                      <a:pt x="157731" y="122072"/>
                      <a:pt x="156020" y="80451"/>
                    </a:cubicBezTo>
                    <a:cubicBezTo>
                      <a:pt x="154553" y="43311"/>
                      <a:pt x="125307" y="13337"/>
                      <a:pt x="88320" y="10812"/>
                    </a:cubicBezTo>
                    <a:cubicBezTo>
                      <a:pt x="44409" y="7799"/>
                      <a:pt x="7748" y="44369"/>
                      <a:pt x="10763" y="88352"/>
                    </a:cubicBezTo>
                    <a:cubicBezTo>
                      <a:pt x="13288" y="125493"/>
                      <a:pt x="43839" y="155221"/>
                      <a:pt x="81640" y="156036"/>
                    </a:cubicBezTo>
                    <a:close/>
                  </a:path>
                </a:pathLst>
              </a:custGeom>
              <a:solidFill>
                <a:srgbClr val="EE7609"/>
              </a:solidFill>
              <a:ln w="813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orma Livre 44">
                <a:extLst>
                  <a:ext uri="{FF2B5EF4-FFF2-40B4-BE49-F238E27FC236}">
                    <a16:creationId xmlns:a16="http://schemas.microsoft.com/office/drawing/2014/main" id="{44BBD647-7795-2B3B-CF7F-B2A6379F5BD8}"/>
                  </a:ext>
                </a:extLst>
              </p:cNvPr>
              <p:cNvSpPr/>
              <p:nvPr/>
            </p:nvSpPr>
            <p:spPr>
              <a:xfrm>
                <a:off x="6203781" y="3407404"/>
                <a:ext cx="49613" cy="52627"/>
              </a:xfrm>
              <a:custGeom>
                <a:avLst/>
                <a:gdLst>
                  <a:gd name="csX0" fmla="*/ 24929 w 49613"/>
                  <a:gd name="csY0" fmla="*/ 13858 h 52627"/>
                  <a:gd name="csX1" fmla="*/ 15886 w 49613"/>
                  <a:gd name="csY1" fmla="*/ 26075 h 52627"/>
                  <a:gd name="csX2" fmla="*/ 15886 w 49613"/>
                  <a:gd name="csY2" fmla="*/ 52628 h 52627"/>
                  <a:gd name="csX3" fmla="*/ 0 w 49613"/>
                  <a:gd name="csY3" fmla="*/ 52383 h 52627"/>
                  <a:gd name="csX4" fmla="*/ 0 w 49613"/>
                  <a:gd name="csY4" fmla="*/ 1315 h 52627"/>
                  <a:gd name="csX5" fmla="*/ 15234 w 49613"/>
                  <a:gd name="csY5" fmla="*/ 1315 h 52627"/>
                  <a:gd name="csX6" fmla="*/ 15805 w 49613"/>
                  <a:gd name="csY6" fmla="*/ 7505 h 52627"/>
                  <a:gd name="csX7" fmla="*/ 44400 w 49613"/>
                  <a:gd name="csY7" fmla="*/ 4735 h 52627"/>
                  <a:gd name="csX8" fmla="*/ 49369 w 49613"/>
                  <a:gd name="csY8" fmla="*/ 18419 h 52627"/>
                  <a:gd name="csX9" fmla="*/ 49614 w 49613"/>
                  <a:gd name="csY9" fmla="*/ 52628 h 52627"/>
                  <a:gd name="csX10" fmla="*/ 33891 w 49613"/>
                  <a:gd name="csY10" fmla="*/ 52628 h 52627"/>
                  <a:gd name="csX11" fmla="*/ 33891 w 49613"/>
                  <a:gd name="csY11" fmla="*/ 28030 h 52627"/>
                  <a:gd name="csX12" fmla="*/ 33239 w 49613"/>
                  <a:gd name="csY12" fmla="*/ 19966 h 52627"/>
                  <a:gd name="csX13" fmla="*/ 25010 w 49613"/>
                  <a:gd name="csY13" fmla="*/ 13858 h 52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49613" h="52627">
                    <a:moveTo>
                      <a:pt x="24929" y="13858"/>
                    </a:moveTo>
                    <a:cubicBezTo>
                      <a:pt x="17678" y="14265"/>
                      <a:pt x="15886" y="19722"/>
                      <a:pt x="15886" y="26075"/>
                    </a:cubicBezTo>
                    <a:lnTo>
                      <a:pt x="15886" y="52628"/>
                    </a:lnTo>
                    <a:cubicBezTo>
                      <a:pt x="15886" y="52628"/>
                      <a:pt x="0" y="52383"/>
                      <a:pt x="0" y="52383"/>
                    </a:cubicBezTo>
                    <a:lnTo>
                      <a:pt x="0" y="1315"/>
                    </a:lnTo>
                    <a:cubicBezTo>
                      <a:pt x="0" y="1315"/>
                      <a:pt x="15234" y="1315"/>
                      <a:pt x="15234" y="1315"/>
                    </a:cubicBezTo>
                    <a:cubicBezTo>
                      <a:pt x="15642" y="3351"/>
                      <a:pt x="14746" y="5143"/>
                      <a:pt x="15805" y="7505"/>
                    </a:cubicBezTo>
                    <a:cubicBezTo>
                      <a:pt x="21833" y="-2025"/>
                      <a:pt x="38045" y="-1943"/>
                      <a:pt x="44400" y="4735"/>
                    </a:cubicBezTo>
                    <a:cubicBezTo>
                      <a:pt x="47822" y="8401"/>
                      <a:pt x="49369" y="13369"/>
                      <a:pt x="49369" y="18419"/>
                    </a:cubicBezTo>
                    <a:lnTo>
                      <a:pt x="49614" y="52628"/>
                    </a:lnTo>
                    <a:lnTo>
                      <a:pt x="33891" y="52628"/>
                    </a:lnTo>
                    <a:cubicBezTo>
                      <a:pt x="33891" y="52628"/>
                      <a:pt x="33891" y="28030"/>
                      <a:pt x="33891" y="28030"/>
                    </a:cubicBezTo>
                    <a:cubicBezTo>
                      <a:pt x="33891" y="25261"/>
                      <a:pt x="33809" y="22573"/>
                      <a:pt x="33239" y="19966"/>
                    </a:cubicBezTo>
                    <a:cubicBezTo>
                      <a:pt x="32343" y="15894"/>
                      <a:pt x="29165" y="13695"/>
                      <a:pt x="25010" y="13858"/>
                    </a:cubicBezTo>
                    <a:close/>
                  </a:path>
                </a:pathLst>
              </a:custGeom>
              <a:solidFill>
                <a:srgbClr val="EE7609"/>
              </a:solidFill>
              <a:ln w="813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4891BF73-7BBC-5939-E10E-DEC55061A5DC}"/>
                  </a:ext>
                </a:extLst>
              </p:cNvPr>
              <p:cNvSpPr/>
              <p:nvPr/>
            </p:nvSpPr>
            <p:spPr>
              <a:xfrm>
                <a:off x="6177875" y="3408637"/>
                <a:ext cx="15886" cy="51149"/>
              </a:xfrm>
              <a:prstGeom prst="rect">
                <a:avLst/>
              </a:prstGeom>
              <a:solidFill>
                <a:srgbClr val="EE7609"/>
              </a:solidFill>
              <a:ln w="813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orma Livre 46">
                <a:extLst>
                  <a:ext uri="{FF2B5EF4-FFF2-40B4-BE49-F238E27FC236}">
                    <a16:creationId xmlns:a16="http://schemas.microsoft.com/office/drawing/2014/main" id="{D5A5632C-6FC2-18B9-B050-1B305D352D44}"/>
                  </a:ext>
                </a:extLst>
              </p:cNvPr>
              <p:cNvSpPr/>
              <p:nvPr/>
            </p:nvSpPr>
            <p:spPr>
              <a:xfrm>
                <a:off x="6176640" y="3383115"/>
                <a:ext cx="18360" cy="18337"/>
              </a:xfrm>
              <a:custGeom>
                <a:avLst/>
                <a:gdLst>
                  <a:gd name="csX0" fmla="*/ 7752 w 18360"/>
                  <a:gd name="csY0" fmla="*/ 110 h 18337"/>
                  <a:gd name="csX1" fmla="*/ 18262 w 18360"/>
                  <a:gd name="csY1" fmla="*/ 7766 h 18337"/>
                  <a:gd name="csX2" fmla="*/ 10767 w 18360"/>
                  <a:gd name="csY2" fmla="*/ 18192 h 18337"/>
                  <a:gd name="csX3" fmla="*/ 176 w 18360"/>
                  <a:gd name="csY3" fmla="*/ 10943 h 18337"/>
                  <a:gd name="csX4" fmla="*/ 7752 w 18360"/>
                  <a:gd name="csY4" fmla="*/ 110 h 183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360" h="18337">
                    <a:moveTo>
                      <a:pt x="7752" y="110"/>
                    </a:moveTo>
                    <a:cubicBezTo>
                      <a:pt x="13211" y="-705"/>
                      <a:pt x="17528" y="3123"/>
                      <a:pt x="18262" y="7766"/>
                    </a:cubicBezTo>
                    <a:cubicBezTo>
                      <a:pt x="18995" y="12897"/>
                      <a:pt x="15573" y="17377"/>
                      <a:pt x="10767" y="18192"/>
                    </a:cubicBezTo>
                    <a:cubicBezTo>
                      <a:pt x="5634" y="19087"/>
                      <a:pt x="1153" y="15748"/>
                      <a:pt x="176" y="10943"/>
                    </a:cubicBezTo>
                    <a:cubicBezTo>
                      <a:pt x="-802" y="6137"/>
                      <a:pt x="2375" y="924"/>
                      <a:pt x="7752" y="110"/>
                    </a:cubicBezTo>
                    <a:close/>
                  </a:path>
                </a:pathLst>
              </a:custGeom>
              <a:solidFill>
                <a:srgbClr val="EE7609"/>
              </a:solidFill>
              <a:ln w="813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BD704E8-89F7-97DF-6876-A013BF252BCB}"/>
                </a:ext>
              </a:extLst>
            </p:cNvPr>
            <p:cNvSpPr txBox="1"/>
            <p:nvPr userDrawn="1"/>
          </p:nvSpPr>
          <p:spPr>
            <a:xfrm>
              <a:off x="10350892" y="5964387"/>
              <a:ext cx="9496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b="0" i="0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@</a:t>
              </a:r>
              <a:r>
                <a:rPr lang="pt-BR" sz="1100" b="0" i="0" dirty="0" err="1">
                  <a:solidFill>
                    <a:schemeClr val="bg1"/>
                  </a:solidFill>
                  <a:latin typeface="Aptos Light" panose="020B0004020202020204" pitchFamily="34" charset="0"/>
                </a:rPr>
                <a:t>arauzadv</a:t>
              </a:r>
              <a:endParaRPr lang="pt-BR" sz="1100" b="0" i="0" dirty="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20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38A6CC36-2930-A799-FDD1-F32D5DD2B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3864" y="63444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BDCB7"/>
                </a:solidFill>
              </a:defRPr>
            </a:lvl1pPr>
          </a:lstStyle>
          <a:p>
            <a:fld id="{DD94480A-015C-7245-8390-D8AFE0C3D066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092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2" r:id="rId2"/>
    <p:sldLayoutId id="2147483756" r:id="rId3"/>
    <p:sldLayoutId id="2147483743" r:id="rId4"/>
    <p:sldLayoutId id="2147483755" r:id="rId5"/>
    <p:sldLayoutId id="214748375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2424D28-8AFD-B11C-CB7A-333927FC94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5F2AF5-66FB-A799-4090-7BD4C0C292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182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8BCDFA-53D4-E2B7-AFBB-8ACBD7249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A6B45C-BAFB-8658-901E-C520661304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555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7810A5-1867-C963-04B2-CA9FE79403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E6E03C-6104-9DEB-B387-48A4CC52B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94480A-015C-7245-8390-D8AFE0C3D066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71B422E-9034-73A3-6B50-D0830FFBA3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4848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22A1D8C-FD6F-0391-876F-5C74A65526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0B0F01D-D703-B6CD-0E4A-890031B837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6B2065-DBEE-28B9-4954-661D9E9D50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45238"/>
            <a:ext cx="2743200" cy="365125"/>
          </a:xfrm>
        </p:spPr>
        <p:txBody>
          <a:bodyPr/>
          <a:lstStyle/>
          <a:p>
            <a:fld id="{DD94480A-015C-7245-8390-D8AFE0C3D066}" type="slidenum">
              <a:rPr lang="pt-BR" smtClean="0"/>
              <a:pPr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9253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5F0892-A2EA-B77D-76D7-E88AE7CFE8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BF26DA-E00B-C98F-1972-8FB7EED4CC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94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D08693C-6B61-1958-3B6C-9FD4E00719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52BA90-47A8-8F62-3D0D-D7A8038FF2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5595449"/>
      </p:ext>
    </p:extLst>
  </p:cSld>
  <p:clrMapOvr>
    <a:masterClrMapping/>
  </p:clrMapOvr>
</p:sld>
</file>

<file path=ppt/theme/theme1.xml><?xml version="1.0" encoding="utf-8"?>
<a:theme xmlns:a="http://schemas.openxmlformats.org/drawingml/2006/main" name="Mix Deep and Light ARAÚZ 0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846981-6cd7-4c62-90f8-3318e43045ef" xsi:nil="true"/>
    <lcf76f155ced4ddcb4097134ff3c332f xmlns="8f13995c-c189-4e02-9b16-753fb1b8420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D5F0171AB228243968A52E27D28C78B" ma:contentTypeVersion="14" ma:contentTypeDescription="Crie um novo documento." ma:contentTypeScope="" ma:versionID="5550f14940d0068b201763058ff214d9">
  <xsd:schema xmlns:xsd="http://www.w3.org/2001/XMLSchema" xmlns:xs="http://www.w3.org/2001/XMLSchema" xmlns:p="http://schemas.microsoft.com/office/2006/metadata/properties" xmlns:ns2="8f13995c-c189-4e02-9b16-753fb1b8420f" xmlns:ns3="6e846981-6cd7-4c62-90f8-3318e43045ef" targetNamespace="http://schemas.microsoft.com/office/2006/metadata/properties" ma:root="true" ma:fieldsID="bfa597226770485ea1afe3cda330de69" ns2:_="" ns3:_="">
    <xsd:import namespace="8f13995c-c189-4e02-9b16-753fb1b8420f"/>
    <xsd:import namespace="6e846981-6cd7-4c62-90f8-3318e43045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3995c-c189-4e02-9b16-753fb1b842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a15e228-a70d-4c73-8802-72491ef10e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846981-6cd7-4c62-90f8-3318e43045e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44abebe-03f2-42f9-80b7-9de3ad99c448}" ma:internalName="TaxCatchAll" ma:showField="CatchAllData" ma:web="6e846981-6cd7-4c62-90f8-3318e43045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3CE949-8D5F-4DDC-AB1D-0F1E0D561E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9FF8B-52D8-4DCB-9CD8-D68FF598CF08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6e846981-6cd7-4c62-90f8-3318e43045ef"/>
    <ds:schemaRef ds:uri="8f13995c-c189-4e02-9b16-753fb1b8420f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75E003B-672B-40F6-80F5-99CA47826D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3995c-c189-4e02-9b16-753fb1b8420f"/>
    <ds:schemaRef ds:uri="6e846981-6cd7-4c62-90f8-3318e43045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a9457de-dfa9-4882-8c85-2d7df14151c0}" enabled="0" method="" siteId="{4a9457de-dfa9-4882-8c85-2d7df14151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2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Light</vt:lpstr>
      <vt:lpstr>Arial</vt:lpstr>
      <vt:lpstr>Mix Deep and Light ARAÚZ 01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 Takasaki Motta</dc:creator>
  <cp:lastModifiedBy>Gabriel Cristofolini</cp:lastModifiedBy>
  <cp:revision>6</cp:revision>
  <cp:lastPrinted>2024-12-05T11:58:36Z</cp:lastPrinted>
  <dcterms:created xsi:type="dcterms:W3CDTF">2024-08-19T19:54:11Z</dcterms:created>
  <dcterms:modified xsi:type="dcterms:W3CDTF">2026-02-11T22:37:18Z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0x010100BD5F0171AB228243968A52E27D28C78B</vt:lpwstr>
  </property>
  <property fmtid="{D5CDD505-2E9C-101B-9397-08002B2CF9AE}" pid="3" name="MediaServiceImageTags">
    <vt:lpwstr/>
  </property>
</Properties>
</file>